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yctBPtOsMem8fhsZIdWLcT4RV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fab81414a_0_15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fab81414a_0_15:notes"/>
          <p:cNvSpPr txBox="1"/>
          <p:nvPr>
            <p:ph idx="1" type="body"/>
          </p:nvPr>
        </p:nvSpPr>
        <p:spPr>
          <a:xfrm>
            <a:off x="731838" y="4621213"/>
            <a:ext cx="5851500" cy="377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4fab81414a_0_15:notes"/>
          <p:cNvSpPr txBox="1"/>
          <p:nvPr>
            <p:ph idx="12" type="sldNum"/>
          </p:nvPr>
        </p:nvSpPr>
        <p:spPr>
          <a:xfrm>
            <a:off x="4143375" y="9120188"/>
            <a:ext cx="3170100" cy="480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53B4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21" name="Google Shape;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153B48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28" name="Google Shape;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153B4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33" name="Google Shape;3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153B48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40" name="Google Shape;4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153B48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153B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48" name="Google Shape;4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solidFill>
          <a:srgbClr val="153B4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58" name="Google Shape;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153B48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64" name="Google Shape;6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solidFill>
          <a:srgbClr val="153B48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72" name="Google Shape;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rgbClr val="153B4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5634" y="264770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153B4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87" name="Google Shape;8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10782156" y="5243332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153B4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 with low confidence" id="94" name="Google Shape;9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10744094" y="5425895"/>
            <a:ext cx="2057687" cy="5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B4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asttennessee.iiba.or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075189" y="1999056"/>
            <a:ext cx="100416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None/>
            </a:pPr>
            <a:r>
              <a:rPr b="1" lang="en-US" sz="5400">
                <a:solidFill>
                  <a:schemeClr val="accent2"/>
                </a:solidFill>
              </a:rPr>
              <a:t>IIBA East Tennessee</a:t>
            </a:r>
            <a:br>
              <a:rPr b="1" lang="en-US" sz="5400">
                <a:solidFill>
                  <a:schemeClr val="accent2"/>
                </a:solidFill>
              </a:rPr>
            </a:br>
            <a:r>
              <a:rPr b="1" lang="en-US" sz="4000">
                <a:solidFill>
                  <a:schemeClr val="accent2"/>
                </a:solidFill>
              </a:rPr>
              <a:t>Skills Not Titles – A BA Career Conversation with Ron Edwards</a:t>
            </a:r>
            <a:endParaRPr sz="4000"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416341" y="3838496"/>
            <a:ext cx="9144000" cy="113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lang="en-US" sz="3200"/>
              <a:t>April 30</a:t>
            </a:r>
            <a:r>
              <a:rPr b="1" lang="en-US" sz="3200"/>
              <a:t>, 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</a:pPr>
            <a:r>
              <a:rPr b="1" lang="en-US">
                <a:solidFill>
                  <a:schemeClr val="accent4"/>
                </a:solidFill>
              </a:rPr>
              <a:t>6</a:t>
            </a:r>
            <a:r>
              <a:rPr b="1" lang="en-US">
                <a:solidFill>
                  <a:schemeClr val="accent4"/>
                </a:solidFill>
              </a:rPr>
              <a:t>:30 – 7:30 PM EDT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838200" y="4199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2"/>
                </a:solidFill>
              </a:rPr>
              <a:t>Agenda</a:t>
            </a:r>
            <a:endParaRPr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900953" y="15118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•"/>
            </a:pPr>
            <a:r>
              <a:rPr lang="en-US" sz="3700"/>
              <a:t> 2025 Chapter Leadership</a:t>
            </a:r>
            <a:endParaRPr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00"/>
              <a:buChar char="•"/>
            </a:pPr>
            <a:r>
              <a:rPr lang="en-US" sz="3700"/>
              <a:t> 2025 Plans</a:t>
            </a:r>
            <a:endParaRPr sz="3700"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700"/>
              <a:buChar char="•"/>
            </a:pPr>
            <a:r>
              <a:rPr lang="en-US" sz="3700"/>
              <a:t> Skills Not Titles – A BA Career Conversation with Ron Edwards</a:t>
            </a:r>
            <a:endParaRPr sz="37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23300" y="2710650"/>
            <a:ext cx="240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Jessica Lear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Treasurer</a:t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treasurer@easttennessee.iiba.org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604400" y="2707425"/>
            <a:ext cx="3683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Warren Green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 – Communications &amp; Marketing</a:t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vpmarketing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@easttennessee.iiba.org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6393825" y="2718550"/>
            <a:ext cx="3734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Sheri Smith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 – Professional Development</a:t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vpeducation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@easttennessee.iiba.org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8622400" y="5737200"/>
            <a:ext cx="3262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Olivia Marcum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 - </a:t>
            </a:r>
            <a:r>
              <a:rPr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sz="2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vptechnology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@easttennessee.iiba.org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6300" y="5839275"/>
            <a:ext cx="240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Jordan Eisenback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President</a:t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president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@easttennessee.iiba.org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093" y="4017500"/>
            <a:ext cx="1671259" cy="184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2871550" y="5834300"/>
            <a:ext cx="2656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Deedee Chism</a:t>
            </a:r>
            <a:endParaRPr b="1" sz="2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 - Sponsor</a:t>
            </a: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ship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sponsorship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@easttennessee.iiba.org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587200" y="5839275"/>
            <a:ext cx="288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Heather McGlinchy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VP - Operations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@easttennessee.iiba.org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8750" y="736900"/>
            <a:ext cx="910411" cy="19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9087" y="4017501"/>
            <a:ext cx="1437629" cy="184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3017900" y="121300"/>
            <a:ext cx="538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Board of Directors - 2025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838200" y="4199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2"/>
                </a:solidFill>
              </a:rPr>
              <a:t>2025 Plans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900953" y="15118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Website: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https://easttennessee.iiba.org/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Goals</a:t>
            </a:r>
            <a:endParaRPr/>
          </a:p>
          <a:p>
            <a:pPr indent="-26543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6666"/>
              <a:buChar char="•"/>
            </a:pPr>
            <a:r>
              <a:rPr lang="en-US"/>
              <a:t>Boosting Member Engagement &amp; Feedback</a:t>
            </a:r>
            <a:endParaRPr/>
          </a:p>
          <a:p>
            <a:pPr indent="-211455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Char char="•"/>
            </a:pPr>
            <a:r>
              <a:rPr lang="en-US"/>
              <a:t>Regular surveys (Link)</a:t>
            </a:r>
            <a:endParaRPr/>
          </a:p>
          <a:p>
            <a:pPr indent="-26543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6666"/>
              <a:buChar char="•"/>
            </a:pPr>
            <a:r>
              <a:rPr lang="en-US"/>
              <a:t>Establishing Regular, Transparent Communication</a:t>
            </a:r>
            <a:endParaRPr/>
          </a:p>
          <a:p>
            <a:pPr indent="-211455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Char char="•"/>
            </a:pPr>
            <a:r>
              <a:rPr lang="en-US"/>
              <a:t>Monthly newsletter</a:t>
            </a:r>
            <a:endParaRPr/>
          </a:p>
          <a:p>
            <a:pPr indent="-26543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6666"/>
              <a:buChar char="•"/>
            </a:pPr>
            <a:r>
              <a:rPr lang="en-US"/>
              <a:t>Creating Meaningful Events &amp; Member Spotlights</a:t>
            </a:r>
            <a:endParaRPr/>
          </a:p>
          <a:p>
            <a:pPr indent="-211455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Char char="•"/>
            </a:pPr>
            <a:r>
              <a:rPr lang="en-US"/>
              <a:t>Networking events</a:t>
            </a:r>
            <a:endParaRPr/>
          </a:p>
          <a:p>
            <a:pPr indent="-211455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Char char="•"/>
            </a:pPr>
            <a:r>
              <a:rPr lang="en-US"/>
              <a:t>Joint event with PMI Q3/Q4</a:t>
            </a:r>
            <a:endParaRPr/>
          </a:p>
          <a:p>
            <a:pPr indent="-211455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Char char="•"/>
            </a:pPr>
            <a:r>
              <a:rPr lang="en-US"/>
              <a:t>Mechanism for member spotlights (nominations / self-nominate)?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fab81414a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4fab81414a_0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g34fab81414a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500" y="182550"/>
            <a:ext cx="6492876" cy="64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2022-06-20T16:56:26Z</dcterms:created>
  <dc:creator>Thomson, David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0x01010082D97E72F08C214CB4380F303E8794B0</vt:lpwstr>
  </property>
</Properties>
</file>