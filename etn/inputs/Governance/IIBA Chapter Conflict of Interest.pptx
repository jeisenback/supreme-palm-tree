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56" r:id="rId5"/>
    <p:sldId id="257" r:id="rId6"/>
    <p:sldId id="258" r:id="rId7"/>
    <p:sldId id="259" r:id="rId8"/>
    <p:sldId id="260" r:id="rId9"/>
    <p:sldId id="261" r:id="rId10"/>
    <p:sldId id="263" r:id="rId11"/>
    <p:sldId id="264"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72368" autoAdjust="0"/>
  </p:normalViewPr>
  <p:slideViewPr>
    <p:cSldViewPr snapToGrid="0">
      <p:cViewPr varScale="1">
        <p:scale>
          <a:sx n="44" d="100"/>
          <a:sy n="44" d="100"/>
        </p:scale>
        <p:origin x="1461" y="27"/>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48" d="100"/>
          <a:sy n="48" d="100"/>
        </p:scale>
        <p:origin x="2691"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ri Lynn Rodrigues" userId="3936484b-648f-4d82-98f9-fd98e0a00511" providerId="ADAL" clId="{DF525676-630A-4BDD-AD6B-6AED18A29AEC}"/>
    <pc:docChg chg="modSld">
      <pc:chgData name="Terri Lynn Rodrigues" userId="3936484b-648f-4d82-98f9-fd98e0a00511" providerId="ADAL" clId="{DF525676-630A-4BDD-AD6B-6AED18A29AEC}" dt="2023-05-18T15:30:00.221" v="12" actId="20577"/>
      <pc:docMkLst>
        <pc:docMk/>
      </pc:docMkLst>
      <pc:sldChg chg="modSp mod">
        <pc:chgData name="Terri Lynn Rodrigues" userId="3936484b-648f-4d82-98f9-fd98e0a00511" providerId="ADAL" clId="{DF525676-630A-4BDD-AD6B-6AED18A29AEC}" dt="2023-05-18T15:28:02.543" v="4" actId="20577"/>
        <pc:sldMkLst>
          <pc:docMk/>
          <pc:sldMk cId="2241929992" sldId="259"/>
        </pc:sldMkLst>
        <pc:spChg chg="mod">
          <ac:chgData name="Terri Lynn Rodrigues" userId="3936484b-648f-4d82-98f9-fd98e0a00511" providerId="ADAL" clId="{DF525676-630A-4BDD-AD6B-6AED18A29AEC}" dt="2023-05-18T15:28:02.543" v="4" actId="20577"/>
          <ac:spMkLst>
            <pc:docMk/>
            <pc:sldMk cId="2241929992" sldId="259"/>
            <ac:spMk id="4" creationId="{2590F6CF-A1E2-47B1-B950-CACCDCC4C31B}"/>
          </ac:spMkLst>
        </pc:spChg>
      </pc:sldChg>
      <pc:sldChg chg="modSp mod">
        <pc:chgData name="Terri Lynn Rodrigues" userId="3936484b-648f-4d82-98f9-fd98e0a00511" providerId="ADAL" clId="{DF525676-630A-4BDD-AD6B-6AED18A29AEC}" dt="2023-05-18T15:28:28.002" v="5" actId="20577"/>
        <pc:sldMkLst>
          <pc:docMk/>
          <pc:sldMk cId="2827068371" sldId="263"/>
        </pc:sldMkLst>
        <pc:spChg chg="mod">
          <ac:chgData name="Terri Lynn Rodrigues" userId="3936484b-648f-4d82-98f9-fd98e0a00511" providerId="ADAL" clId="{DF525676-630A-4BDD-AD6B-6AED18A29AEC}" dt="2023-05-18T15:28:28.002" v="5" actId="20577"/>
          <ac:spMkLst>
            <pc:docMk/>
            <pc:sldMk cId="2827068371" sldId="263"/>
            <ac:spMk id="2" creationId="{17F53234-02BD-4A9B-BCFC-3DA193A24D7A}"/>
          </ac:spMkLst>
        </pc:spChg>
      </pc:sldChg>
      <pc:sldChg chg="modSp mod">
        <pc:chgData name="Terri Lynn Rodrigues" userId="3936484b-648f-4d82-98f9-fd98e0a00511" providerId="ADAL" clId="{DF525676-630A-4BDD-AD6B-6AED18A29AEC}" dt="2022-07-26T13:29:29.249" v="1" actId="1076"/>
        <pc:sldMkLst>
          <pc:docMk/>
          <pc:sldMk cId="3775419729" sldId="264"/>
        </pc:sldMkLst>
        <pc:spChg chg="mod">
          <ac:chgData name="Terri Lynn Rodrigues" userId="3936484b-648f-4d82-98f9-fd98e0a00511" providerId="ADAL" clId="{DF525676-630A-4BDD-AD6B-6AED18A29AEC}" dt="2022-07-26T13:29:29.249" v="1" actId="1076"/>
          <ac:spMkLst>
            <pc:docMk/>
            <pc:sldMk cId="3775419729" sldId="264"/>
            <ac:spMk id="4" creationId="{8DA665E8-E354-484B-977C-15545362FD4A}"/>
          </ac:spMkLst>
        </pc:spChg>
      </pc:sldChg>
      <pc:sldChg chg="modSp mod">
        <pc:chgData name="Terri Lynn Rodrigues" userId="3936484b-648f-4d82-98f9-fd98e0a00511" providerId="ADAL" clId="{DF525676-630A-4BDD-AD6B-6AED18A29AEC}" dt="2023-05-18T15:30:00.221" v="12" actId="20577"/>
        <pc:sldMkLst>
          <pc:docMk/>
          <pc:sldMk cId="786119414" sldId="270"/>
        </pc:sldMkLst>
        <pc:spChg chg="mod">
          <ac:chgData name="Terri Lynn Rodrigues" userId="3936484b-648f-4d82-98f9-fd98e0a00511" providerId="ADAL" clId="{DF525676-630A-4BDD-AD6B-6AED18A29AEC}" dt="2023-05-18T15:30:00.221" v="12" actId="20577"/>
          <ac:spMkLst>
            <pc:docMk/>
            <pc:sldMk cId="786119414" sldId="270"/>
            <ac:spMk id="3" creationId="{EE44DAFB-FBAA-4F8E-BB3A-EAC6E9709B5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2FBBCA-842C-47DE-A366-823D79147DF5}" type="datetimeFigureOut">
              <a:rPr lang="en-US" smtClean="0"/>
              <a:t>5/18/2023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ADD13-4C08-40BD-8E97-09C4D83238D0}" type="slidenum">
              <a:rPr lang="en-US" smtClean="0"/>
              <a:t>‹#›</a:t>
            </a:fld>
            <a:endParaRPr lang="en-US"/>
          </a:p>
        </p:txBody>
      </p:sp>
    </p:spTree>
    <p:extLst>
      <p:ext uri="{BB962C8B-B14F-4D97-AF65-F5344CB8AC3E}">
        <p14:creationId xmlns:p14="http://schemas.microsoft.com/office/powerpoint/2010/main" val="477867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Chapter Leaders it’s important to be aware of any potential conflict of interest, so we’ll go over:</a:t>
            </a:r>
          </a:p>
          <a:p>
            <a:endParaRPr lang="en-US" dirty="0"/>
          </a:p>
          <a:p>
            <a:pPr marL="171450" indent="-171450">
              <a:buFont typeface="Arial" panose="020B0604020202020204" pitchFamily="34" charset="0"/>
              <a:buChar char="•"/>
            </a:pPr>
            <a:r>
              <a:rPr lang="en-US" dirty="0"/>
              <a:t>What conflict of interest is</a:t>
            </a:r>
          </a:p>
          <a:p>
            <a:pPr marL="171450" indent="-171450">
              <a:buFont typeface="Arial" panose="020B0604020202020204" pitchFamily="34" charset="0"/>
              <a:buChar char="•"/>
            </a:pPr>
            <a:r>
              <a:rPr lang="en-US" dirty="0"/>
              <a:t>Types of Conflict of Interest</a:t>
            </a:r>
          </a:p>
          <a:p>
            <a:pPr marL="171450" indent="-171450">
              <a:buFont typeface="Arial" panose="020B0604020202020204" pitchFamily="34" charset="0"/>
              <a:buChar char="•"/>
            </a:pPr>
            <a:r>
              <a:rPr lang="en-US" dirty="0"/>
              <a:t>Harm caused by any Conflict of Interest (real or perceived)</a:t>
            </a:r>
          </a:p>
          <a:p>
            <a:pPr marL="171450" indent="-171450">
              <a:buFont typeface="Arial" panose="020B0604020202020204" pitchFamily="34" charset="0"/>
              <a:buChar char="•"/>
            </a:pPr>
            <a:r>
              <a:rPr lang="en-US" dirty="0"/>
              <a:t>Questions to ask yourself in determining if there is a conflict of interest</a:t>
            </a:r>
          </a:p>
          <a:p>
            <a:pPr marL="171450" indent="-171450">
              <a:buFont typeface="Arial" panose="020B0604020202020204" pitchFamily="34" charset="0"/>
              <a:buChar char="•"/>
            </a:pPr>
            <a:r>
              <a:rPr lang="en-US" dirty="0"/>
              <a:t>What it means to you</a:t>
            </a:r>
          </a:p>
          <a:p>
            <a:pPr marL="171450" indent="-171450">
              <a:buFont typeface="Arial" panose="020B0604020202020204" pitchFamily="34" charset="0"/>
              <a:buChar char="•"/>
            </a:pPr>
            <a:r>
              <a:rPr lang="en-US" dirty="0"/>
              <a:t>What to do as an individual and what we should do as a Board</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54ADD13-4C08-40BD-8E97-09C4D83238D0}" type="slidenum">
              <a:rPr lang="en-US" smtClean="0"/>
              <a:t>3</a:t>
            </a:fld>
            <a:endParaRPr lang="en-US"/>
          </a:p>
        </p:txBody>
      </p:sp>
    </p:spTree>
    <p:extLst>
      <p:ext uri="{BB962C8B-B14F-4D97-AF65-F5344CB8AC3E}">
        <p14:creationId xmlns:p14="http://schemas.microsoft.com/office/powerpoint/2010/main" val="662113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solidFill>
                  <a:schemeClr val="accent1"/>
                </a:solidFill>
                <a:effectLst/>
                <a:latin typeface="+mj-lt"/>
                <a:ea typeface="Times New Roman" panose="02020603050405020304" pitchFamily="18" charset="0"/>
                <a:cs typeface="Arial" panose="020B0604020202020204" pitchFamily="34" charset="0"/>
              </a:rPr>
              <a:t>A conflict of interest is where a person has multiple interests and serving one interest could involve working against or potentially harm another.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solidFill>
                  <a:schemeClr val="accent1"/>
                </a:solidFill>
                <a:effectLst/>
                <a:latin typeface="+mj-lt"/>
                <a:ea typeface="Times New Roman" panose="02020603050405020304" pitchFamily="18" charset="0"/>
                <a:cs typeface="Arial" panose="020B0604020202020204" pitchFamily="34" charset="0"/>
              </a:rPr>
              <a:t>It is also a situation in which a person can derive personal benefit from actions or decisions made in their official capacity.</a:t>
            </a:r>
            <a:endParaRPr lang="en-US" sz="1200" dirty="0">
              <a:solidFill>
                <a:schemeClr val="accent1"/>
              </a:solidFill>
              <a:effectLst/>
              <a:latin typeface="+mj-lt"/>
              <a:ea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954ADD13-4C08-40BD-8E97-09C4D83238D0}" type="slidenum">
              <a:rPr lang="en-US" smtClean="0"/>
              <a:t>4</a:t>
            </a:fld>
            <a:endParaRPr lang="en-US"/>
          </a:p>
        </p:txBody>
      </p:sp>
    </p:spTree>
    <p:extLst>
      <p:ext uri="{BB962C8B-B14F-4D97-AF65-F5344CB8AC3E}">
        <p14:creationId xmlns:p14="http://schemas.microsoft.com/office/powerpoint/2010/main" val="3980575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4ADD13-4C08-40BD-8E97-09C4D83238D0}" type="slidenum">
              <a:rPr lang="en-US" smtClean="0"/>
              <a:t>5</a:t>
            </a:fld>
            <a:endParaRPr lang="en-US"/>
          </a:p>
        </p:txBody>
      </p:sp>
    </p:spTree>
    <p:extLst>
      <p:ext uri="{BB962C8B-B14F-4D97-AF65-F5344CB8AC3E}">
        <p14:creationId xmlns:p14="http://schemas.microsoft.com/office/powerpoint/2010/main" val="2944520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4ADD13-4C08-40BD-8E97-09C4D83238D0}" type="slidenum">
              <a:rPr lang="en-US" smtClean="0"/>
              <a:t>6</a:t>
            </a:fld>
            <a:endParaRPr lang="en-US"/>
          </a:p>
        </p:txBody>
      </p:sp>
    </p:spTree>
    <p:extLst>
      <p:ext uri="{BB962C8B-B14F-4D97-AF65-F5344CB8AC3E}">
        <p14:creationId xmlns:p14="http://schemas.microsoft.com/office/powerpoint/2010/main" val="2656064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former head of Ohio </a:t>
            </a: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State Highway Patrol’s </a:t>
            </a:r>
            <a:r>
              <a:rPr lang="en-US" dirty="0"/>
              <a:t>Pension Fund hired his brother </a:t>
            </a:r>
            <a:r>
              <a:rPr lang="en-US" sz="1200" dirty="0">
                <a:solidFill>
                  <a:schemeClr val="tx1"/>
                </a:solidFill>
                <a:latin typeface="IBM Plex Sans" panose="020B0503050203000203" pitchFamily="34" charset="0"/>
              </a:rPr>
              <a:t>to perform $150,000 of computer work. </a:t>
            </a:r>
          </a:p>
          <a:p>
            <a:pPr marL="0" marR="0">
              <a:lnSpc>
                <a:spcPct val="107000"/>
              </a:lnSpc>
              <a:spcBef>
                <a:spcPts val="0"/>
              </a:spcBef>
              <a:spcAft>
                <a:spcPts val="0"/>
              </a:spcAft>
            </a:pPr>
            <a:r>
              <a:rPr lang="en-US" sz="1800" b="1" dirty="0">
                <a:solidFill>
                  <a:srgbClr val="232323"/>
                </a:solidFill>
                <a:effectLst/>
                <a:latin typeface="Roboto Condensed" panose="02000000000000000000" pitchFamily="2"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b="1" dirty="0">
                <a:solidFill>
                  <a:srgbClr val="232323"/>
                </a:solidFill>
                <a:effectLst/>
                <a:latin typeface="Roboto Condensed" panose="02000000000000000000" pitchFamily="2" charset="0"/>
                <a:ea typeface="Times New Roman" panose="02020603050405020304" pitchFamily="18" charset="0"/>
                <a:cs typeface="Times New Roman" panose="02020603050405020304" pitchFamily="18" charset="0"/>
              </a:rPr>
              <a:t>Article referenced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800" b="1" dirty="0">
                <a:solidFill>
                  <a:srgbClr val="232323"/>
                </a:solidFill>
                <a:effectLst/>
                <a:latin typeface="Roboto Condensed" panose="02000000000000000000" pitchFamily="2" charset="0"/>
                <a:ea typeface="Times New Roman" panose="02020603050405020304" pitchFamily="18" charset="0"/>
                <a:cs typeface="Times New Roman" panose="02020603050405020304" pitchFamily="18" charset="0"/>
              </a:rPr>
              <a:t>By Darrel Rowland, The Columbus Dispatch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ts val="1680"/>
              </a:lnSpc>
              <a:spcBef>
                <a:spcPts val="0"/>
              </a:spcBef>
              <a:spcAft>
                <a:spcPts val="0"/>
              </a:spcAft>
            </a:pPr>
            <a:r>
              <a:rPr lang="en-US" sz="1800" dirty="0">
                <a:solidFill>
                  <a:srgbClr val="989898"/>
                </a:solidFill>
                <a:effectLst/>
                <a:latin typeface="Roboto Condensed" panose="02000000000000000000" pitchFamily="2" charset="0"/>
                <a:ea typeface="Times New Roman" panose="02020603050405020304" pitchFamily="18" charset="0"/>
                <a:cs typeface="Times New Roman" panose="02020603050405020304" pitchFamily="18" charset="0"/>
              </a:rPr>
              <a:t>Posted Sep 13, 2013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The former head of the Ohio State Highway Patrol’s retirement system was fined $250 this morning for hiring his brother to perform more than $150,000 of computer work for the pension fund.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20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The former head of the State Highway Patrol’s retirement system was fined $250 this morning for hiring his brother to perform more than $150,000 of computer work for the pension fund.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20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Dan Weiss, 52, of the North Side pleaded guilty to having an illegal conflict of interest, a first-degree misdemeanor.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20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The relatively low fine stemmed from the fact that Weiss’ brother, who was with </a:t>
            </a:r>
            <a:r>
              <a:rPr lang="en-US" sz="1800" dirty="0" err="1">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JTech</a:t>
            </a: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 Computer Services, actually gave the retirement fund a good price and adequately performed the work for more than nine years.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20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However, Ohio law bars public officials from hiring a close relative. Weiss “did recklessly use or authorize the use of the authority or influence of his office or his employment to secure (something) of value that was of such a character as to manifest a substantial and improper influence upon him with respect to his public duties,” court documents say.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20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Franklin County Prosecutor Ron O’Brien said the plea was negotiated down from a felony charge of having an unlawful interest in a public contract. While Weiss informed at least some Highway Patrol pension officials about his brother, he also “sent emails and attended meetings saying what a good job his brother’s company was doing,” O’Brien said.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20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Weiss’ attorney, H. Ritchey </a:t>
            </a:r>
            <a:r>
              <a:rPr lang="en-US" sz="1800" dirty="0" err="1">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Hollenbaugh</a:t>
            </a: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 said all parties agreed to the low fine.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20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Weiss’ brother “was providing better service at a lower rate, so there was no harm done. But it was a relative and ... that’s not something you can do,” the defense lawyer said. Pension board members were aware of the relationship, </a:t>
            </a:r>
            <a:r>
              <a:rPr lang="en-US" sz="1800" dirty="0" err="1">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Hollenbaugh</a:t>
            </a: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 said.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20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Judge James O’Grady of Franklin County Municipal Court levied the fine in the case, which was investigated by the Ohio Ethics Commission. Weiss also must pay court costs.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20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Weiss, who could face disciplinary action because he is also an attorney and a CPA, left the retirement system at the end of 2011. He had been executive director/chief investment officer for two years, and was chief financial officer for the previous nine years.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20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He went on to found Counterpart CFO, which offers shared CFO and legal services.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20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Paul Nick, executive director of the Ethics Commission, said Weiss’ departure was at least partially related to his office’s probe.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200"/>
              </a:spcBef>
              <a:spcAft>
                <a:spcPts val="1200"/>
              </a:spcAft>
            </a:pP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“We received a tip that the Highway Patrol Retirement System had been paying </a:t>
            </a:r>
            <a:r>
              <a:rPr lang="en-US" sz="1800" dirty="0" err="1">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JTech</a:t>
            </a:r>
            <a:r>
              <a:rPr lang="en-US" sz="1800" dirty="0">
                <a:solidFill>
                  <a:srgbClr val="232323"/>
                </a:solidFill>
                <a:effectLst/>
                <a:latin typeface="Georgia" panose="02040502050405020303" pitchFamily="18" charset="0"/>
                <a:ea typeface="Times New Roman" panose="02020603050405020304" pitchFamily="18" charset="0"/>
                <a:cs typeface="Times New Roman" panose="02020603050405020304" pitchFamily="18" charset="0"/>
              </a:rPr>
              <a:t> Computer Services and that this company was owned by Weiss’ brother, Jon,” Nick said.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07000"/>
              </a:lnSpc>
              <a:spcBef>
                <a:spcPts val="0"/>
              </a:spcBef>
              <a:spcAft>
                <a:spcPts val="0"/>
              </a:spcAft>
            </a:pPr>
            <a:r>
              <a:rPr lang="en-CA"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CA"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954ADD13-4C08-40BD-8E97-09C4D83238D0}" type="slidenum">
              <a:rPr lang="en-US" smtClean="0"/>
              <a:t>8</a:t>
            </a:fld>
            <a:endParaRPr lang="en-US"/>
          </a:p>
        </p:txBody>
      </p:sp>
    </p:spTree>
    <p:extLst>
      <p:ext uri="{BB962C8B-B14F-4D97-AF65-F5344CB8AC3E}">
        <p14:creationId xmlns:p14="http://schemas.microsoft.com/office/powerpoint/2010/main" val="2136128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4ADD13-4C08-40BD-8E97-09C4D83238D0}" type="slidenum">
              <a:rPr lang="en-US" smtClean="0"/>
              <a:t>9</a:t>
            </a:fld>
            <a:endParaRPr lang="en-US"/>
          </a:p>
        </p:txBody>
      </p:sp>
    </p:spTree>
    <p:extLst>
      <p:ext uri="{BB962C8B-B14F-4D97-AF65-F5344CB8AC3E}">
        <p14:creationId xmlns:p14="http://schemas.microsoft.com/office/powerpoint/2010/main" val="2372927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4ADD13-4C08-40BD-8E97-09C4D83238D0}" type="slidenum">
              <a:rPr lang="en-US" smtClean="0"/>
              <a:t>10</a:t>
            </a:fld>
            <a:endParaRPr lang="en-US"/>
          </a:p>
        </p:txBody>
      </p:sp>
    </p:spTree>
    <p:extLst>
      <p:ext uri="{BB962C8B-B14F-4D97-AF65-F5344CB8AC3E}">
        <p14:creationId xmlns:p14="http://schemas.microsoft.com/office/powerpoint/2010/main" val="1691095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4ADD13-4C08-40BD-8E97-09C4D83238D0}" type="slidenum">
              <a:rPr lang="en-US" smtClean="0"/>
              <a:t>12</a:t>
            </a:fld>
            <a:endParaRPr lang="en-US"/>
          </a:p>
        </p:txBody>
      </p:sp>
    </p:spTree>
    <p:extLst>
      <p:ext uri="{BB962C8B-B14F-4D97-AF65-F5344CB8AC3E}">
        <p14:creationId xmlns:p14="http://schemas.microsoft.com/office/powerpoint/2010/main" val="39126191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iiba.org/"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 Grey/DarkTeal">
    <p:bg>
      <p:bgPr>
        <a:solidFill>
          <a:schemeClr val="accent2"/>
        </a:solidFill>
        <a:effectLst/>
      </p:bgPr>
    </p:bg>
    <p:spTree>
      <p:nvGrpSpPr>
        <p:cNvPr id="1" name="Shape 9"/>
        <p:cNvGrpSpPr/>
        <p:nvPr/>
      </p:nvGrpSpPr>
      <p:grpSpPr>
        <a:xfrm>
          <a:off x="0" y="0"/>
          <a:ext cx="0" cy="0"/>
          <a:chOff x="0" y="0"/>
          <a:chExt cx="0" cy="0"/>
        </a:xfrm>
      </p:grpSpPr>
      <p:sp>
        <p:nvSpPr>
          <p:cNvPr id="10" name="Shape 10"/>
          <p:cNvSpPr/>
          <p:nvPr/>
        </p:nvSpPr>
        <p:spPr>
          <a:xfrm flipH="1">
            <a:off x="0" y="0"/>
            <a:ext cx="5119264" cy="6895040"/>
          </a:xfrm>
          <a:custGeom>
            <a:avLst/>
            <a:gdLst>
              <a:gd name="connsiteX0" fmla="*/ 0 w 4059733"/>
              <a:gd name="connsiteY0" fmla="*/ 0 h 6858000"/>
              <a:gd name="connsiteX1" fmla="*/ 4059733 w 4059733"/>
              <a:gd name="connsiteY1" fmla="*/ 0 h 6858000"/>
              <a:gd name="connsiteX2" fmla="*/ 4059733 w 4059733"/>
              <a:gd name="connsiteY2" fmla="*/ 6858000 h 6858000"/>
              <a:gd name="connsiteX3" fmla="*/ 0 w 4059733"/>
              <a:gd name="connsiteY3" fmla="*/ 6858000 h 6858000"/>
              <a:gd name="connsiteX4" fmla="*/ 0 w 4059733"/>
              <a:gd name="connsiteY4" fmla="*/ 0 h 6858000"/>
              <a:gd name="connsiteX0" fmla="*/ 0 w 6009831"/>
              <a:gd name="connsiteY0" fmla="*/ 0 h 6867330"/>
              <a:gd name="connsiteX1" fmla="*/ 6009831 w 6009831"/>
              <a:gd name="connsiteY1" fmla="*/ 9330 h 6867330"/>
              <a:gd name="connsiteX2" fmla="*/ 6009831 w 6009831"/>
              <a:gd name="connsiteY2" fmla="*/ 6867330 h 6867330"/>
              <a:gd name="connsiteX3" fmla="*/ 1950098 w 6009831"/>
              <a:gd name="connsiteY3" fmla="*/ 6867330 h 6867330"/>
              <a:gd name="connsiteX4" fmla="*/ 0 w 6009831"/>
              <a:gd name="connsiteY4" fmla="*/ 0 h 6867330"/>
              <a:gd name="connsiteX0" fmla="*/ 0 w 6009831"/>
              <a:gd name="connsiteY0" fmla="*/ 0 h 6867330"/>
              <a:gd name="connsiteX1" fmla="*/ 6009831 w 6009831"/>
              <a:gd name="connsiteY1" fmla="*/ 9330 h 6867330"/>
              <a:gd name="connsiteX2" fmla="*/ 6009831 w 6009831"/>
              <a:gd name="connsiteY2" fmla="*/ 6867330 h 6867330"/>
              <a:gd name="connsiteX3" fmla="*/ 1744824 w 6009831"/>
              <a:gd name="connsiteY3" fmla="*/ 6867330 h 6867330"/>
              <a:gd name="connsiteX4" fmla="*/ 0 w 6009831"/>
              <a:gd name="connsiteY4" fmla="*/ 0 h 6867330"/>
              <a:gd name="connsiteX0" fmla="*/ 0 w 6036451"/>
              <a:gd name="connsiteY0" fmla="*/ 9331 h 6876661"/>
              <a:gd name="connsiteX1" fmla="*/ 6036451 w 6036451"/>
              <a:gd name="connsiteY1" fmla="*/ 0 h 6876661"/>
              <a:gd name="connsiteX2" fmla="*/ 6009831 w 6036451"/>
              <a:gd name="connsiteY2" fmla="*/ 6876661 h 6876661"/>
              <a:gd name="connsiteX3" fmla="*/ 1744824 w 6036451"/>
              <a:gd name="connsiteY3" fmla="*/ 6876661 h 6876661"/>
              <a:gd name="connsiteX4" fmla="*/ 0 w 6036451"/>
              <a:gd name="connsiteY4" fmla="*/ 9331 h 6876661"/>
              <a:gd name="connsiteX0" fmla="*/ 0 w 6036451"/>
              <a:gd name="connsiteY0" fmla="*/ 9331 h 6876661"/>
              <a:gd name="connsiteX1" fmla="*/ 6036451 w 6036451"/>
              <a:gd name="connsiteY1" fmla="*/ 0 h 6876661"/>
              <a:gd name="connsiteX2" fmla="*/ 6009831 w 6036451"/>
              <a:gd name="connsiteY2" fmla="*/ 6876661 h 6876661"/>
              <a:gd name="connsiteX3" fmla="*/ 953862 w 6036451"/>
              <a:gd name="connsiteY3" fmla="*/ 6867330 h 6876661"/>
              <a:gd name="connsiteX4" fmla="*/ 0 w 6036451"/>
              <a:gd name="connsiteY4" fmla="*/ 9331 h 6876661"/>
              <a:gd name="connsiteX0" fmla="*/ 0 w 6055817"/>
              <a:gd name="connsiteY0" fmla="*/ 9331 h 6867331"/>
              <a:gd name="connsiteX1" fmla="*/ 6036451 w 6055817"/>
              <a:gd name="connsiteY1" fmla="*/ 0 h 6867331"/>
              <a:gd name="connsiteX2" fmla="*/ 6055817 w 6055817"/>
              <a:gd name="connsiteY2" fmla="*/ 6867331 h 6867331"/>
              <a:gd name="connsiteX3" fmla="*/ 953862 w 6055817"/>
              <a:gd name="connsiteY3" fmla="*/ 6867330 h 6867331"/>
              <a:gd name="connsiteX4" fmla="*/ 0 w 6055817"/>
              <a:gd name="connsiteY4" fmla="*/ 9331 h 6867331"/>
              <a:gd name="connsiteX0" fmla="*/ 0 w 6055817"/>
              <a:gd name="connsiteY0" fmla="*/ 0 h 6858000"/>
              <a:gd name="connsiteX1" fmla="*/ 4871097 w 6055817"/>
              <a:gd name="connsiteY1" fmla="*/ 27614 h 6858000"/>
              <a:gd name="connsiteX2" fmla="*/ 6055817 w 6055817"/>
              <a:gd name="connsiteY2" fmla="*/ 6858000 h 6858000"/>
              <a:gd name="connsiteX3" fmla="*/ 953862 w 6055817"/>
              <a:gd name="connsiteY3" fmla="*/ 6857999 h 6858000"/>
              <a:gd name="connsiteX4" fmla="*/ 0 w 6055817"/>
              <a:gd name="connsiteY4" fmla="*/ 0 h 6858000"/>
              <a:gd name="connsiteX0" fmla="*/ 0 w 6055817"/>
              <a:gd name="connsiteY0" fmla="*/ 18567 h 6876567"/>
              <a:gd name="connsiteX1" fmla="*/ 5071392 w 6055817"/>
              <a:gd name="connsiteY1" fmla="*/ 0 h 6876567"/>
              <a:gd name="connsiteX2" fmla="*/ 6055817 w 6055817"/>
              <a:gd name="connsiteY2" fmla="*/ 6876567 h 6876567"/>
              <a:gd name="connsiteX3" fmla="*/ 953862 w 6055817"/>
              <a:gd name="connsiteY3" fmla="*/ 6876566 h 6876567"/>
              <a:gd name="connsiteX4" fmla="*/ 0 w 6055817"/>
              <a:gd name="connsiteY4" fmla="*/ 18567 h 6876567"/>
              <a:gd name="connsiteX0" fmla="*/ 0 w 5073399"/>
              <a:gd name="connsiteY0" fmla="*/ 18567 h 6895040"/>
              <a:gd name="connsiteX1" fmla="*/ 5071392 w 5073399"/>
              <a:gd name="connsiteY1" fmla="*/ 0 h 6895040"/>
              <a:gd name="connsiteX2" fmla="*/ 5072549 w 5073399"/>
              <a:gd name="connsiteY2" fmla="*/ 6895040 h 6895040"/>
              <a:gd name="connsiteX3" fmla="*/ 953862 w 5073399"/>
              <a:gd name="connsiteY3" fmla="*/ 6876566 h 6895040"/>
              <a:gd name="connsiteX4" fmla="*/ 0 w 5073399"/>
              <a:gd name="connsiteY4" fmla="*/ 18567 h 6895040"/>
              <a:gd name="connsiteX0" fmla="*/ 0 w 5046085"/>
              <a:gd name="connsiteY0" fmla="*/ 95 h 6895040"/>
              <a:gd name="connsiteX1" fmla="*/ 5044078 w 5046085"/>
              <a:gd name="connsiteY1" fmla="*/ 0 h 6895040"/>
              <a:gd name="connsiteX2" fmla="*/ 5045235 w 5046085"/>
              <a:gd name="connsiteY2" fmla="*/ 6895040 h 6895040"/>
              <a:gd name="connsiteX3" fmla="*/ 926548 w 5046085"/>
              <a:gd name="connsiteY3" fmla="*/ 6876566 h 6895040"/>
              <a:gd name="connsiteX4" fmla="*/ 0 w 5046085"/>
              <a:gd name="connsiteY4" fmla="*/ 95 h 6895040"/>
              <a:gd name="connsiteX0" fmla="*/ 0 w 5046085"/>
              <a:gd name="connsiteY0" fmla="*/ 95 h 6895040"/>
              <a:gd name="connsiteX1" fmla="*/ 5044078 w 5046085"/>
              <a:gd name="connsiteY1" fmla="*/ 0 h 6895040"/>
              <a:gd name="connsiteX2" fmla="*/ 5045235 w 5046085"/>
              <a:gd name="connsiteY2" fmla="*/ 6895040 h 6895040"/>
              <a:gd name="connsiteX3" fmla="*/ 1063113 w 5046085"/>
              <a:gd name="connsiteY3" fmla="*/ 6876566 h 6895040"/>
              <a:gd name="connsiteX4" fmla="*/ 0 w 5046085"/>
              <a:gd name="connsiteY4" fmla="*/ 95 h 6895040"/>
              <a:gd name="connsiteX0" fmla="*/ 0 w 5046085"/>
              <a:gd name="connsiteY0" fmla="*/ 95 h 6895040"/>
              <a:gd name="connsiteX1" fmla="*/ 5044078 w 5046085"/>
              <a:gd name="connsiteY1" fmla="*/ 0 h 6895040"/>
              <a:gd name="connsiteX2" fmla="*/ 5045235 w 5046085"/>
              <a:gd name="connsiteY2" fmla="*/ 6895040 h 6895040"/>
              <a:gd name="connsiteX3" fmla="*/ 972069 w 5046085"/>
              <a:gd name="connsiteY3" fmla="*/ 6858094 h 6895040"/>
              <a:gd name="connsiteX4" fmla="*/ 0 w 5046085"/>
              <a:gd name="connsiteY4" fmla="*/ 95 h 6895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6085" h="6895040">
                <a:moveTo>
                  <a:pt x="0" y="95"/>
                </a:moveTo>
                <a:lnTo>
                  <a:pt x="5044078" y="0"/>
                </a:lnTo>
                <a:cubicBezTo>
                  <a:pt x="5050533" y="2289110"/>
                  <a:pt x="5038780" y="4605930"/>
                  <a:pt x="5045235" y="6895040"/>
                </a:cubicBezTo>
                <a:lnTo>
                  <a:pt x="972069" y="6858094"/>
                </a:lnTo>
                <a:lnTo>
                  <a:pt x="0" y="95"/>
                </a:lnTo>
                <a:close/>
              </a:path>
            </a:pathLst>
          </a:custGeom>
          <a:solidFill>
            <a:schemeClr val="bg2"/>
          </a:solidFill>
          <a:ln>
            <a:noFill/>
          </a:ln>
        </p:spPr>
        <p:txBody>
          <a:bodyPr lIns="121900" tIns="121900" rIns="121900" bIns="121900" anchor="ctr" anchorCtr="0">
            <a:noAutofit/>
          </a:bodyPr>
          <a:lstStyle/>
          <a:p>
            <a:pPr lvl="0">
              <a:spcBef>
                <a:spcPts val="0"/>
              </a:spcBef>
              <a:buNone/>
            </a:pPr>
            <a:endParaRPr sz="2400" dirty="0"/>
          </a:p>
        </p:txBody>
      </p:sp>
      <p:sp>
        <p:nvSpPr>
          <p:cNvPr id="11" name="Shape 11"/>
          <p:cNvSpPr txBox="1">
            <a:spLocks noGrp="1"/>
          </p:cNvSpPr>
          <p:nvPr>
            <p:ph type="ctrTitle"/>
          </p:nvPr>
        </p:nvSpPr>
        <p:spPr>
          <a:xfrm>
            <a:off x="328439" y="2380568"/>
            <a:ext cx="3707852" cy="2098126"/>
          </a:xfrm>
          <a:prstGeom prst="rect">
            <a:avLst/>
          </a:prstGeom>
        </p:spPr>
        <p:txBody>
          <a:bodyPr lIns="91425" tIns="91425" rIns="91425" bIns="91425" anchor="t" anchorCtr="0"/>
          <a:lstStyle>
            <a:lvl1pPr marL="0" lvl="0" indent="0">
              <a:spcBef>
                <a:spcPts val="0"/>
              </a:spcBef>
              <a:buClr>
                <a:srgbClr val="F67031"/>
              </a:buClr>
              <a:buSzPct val="100000"/>
              <a:defRPr sz="4000" b="0" i="0">
                <a:solidFill>
                  <a:srgbClr val="DB5D00"/>
                </a:solidFill>
                <a:latin typeface="+mj-lt"/>
                <a:cs typeface="Arial" panose="020B0604020202020204" pitchFamily="34" charset="0"/>
              </a:defRPr>
            </a:lvl1pPr>
            <a:lvl2pPr lvl="1">
              <a:spcBef>
                <a:spcPts val="0"/>
              </a:spcBef>
              <a:buClr>
                <a:srgbClr val="F67031"/>
              </a:buClr>
              <a:buSzPct val="100000"/>
              <a:defRPr sz="4000" b="1">
                <a:solidFill>
                  <a:srgbClr val="F67031"/>
                </a:solidFill>
              </a:defRPr>
            </a:lvl2pPr>
            <a:lvl3pPr lvl="2">
              <a:spcBef>
                <a:spcPts val="0"/>
              </a:spcBef>
              <a:buClr>
                <a:srgbClr val="F67031"/>
              </a:buClr>
              <a:buSzPct val="100000"/>
              <a:defRPr sz="4000" b="1">
                <a:solidFill>
                  <a:srgbClr val="F67031"/>
                </a:solidFill>
              </a:defRPr>
            </a:lvl3pPr>
            <a:lvl4pPr lvl="3">
              <a:spcBef>
                <a:spcPts val="0"/>
              </a:spcBef>
              <a:buClr>
                <a:srgbClr val="F67031"/>
              </a:buClr>
              <a:buSzPct val="100000"/>
              <a:defRPr sz="4000" b="1">
                <a:solidFill>
                  <a:srgbClr val="F67031"/>
                </a:solidFill>
              </a:defRPr>
            </a:lvl4pPr>
            <a:lvl5pPr lvl="4">
              <a:spcBef>
                <a:spcPts val="0"/>
              </a:spcBef>
              <a:buClr>
                <a:srgbClr val="F67031"/>
              </a:buClr>
              <a:buSzPct val="100000"/>
              <a:defRPr sz="4000" b="1">
                <a:solidFill>
                  <a:srgbClr val="F67031"/>
                </a:solidFill>
              </a:defRPr>
            </a:lvl5pPr>
            <a:lvl6pPr lvl="5">
              <a:spcBef>
                <a:spcPts val="0"/>
              </a:spcBef>
              <a:buClr>
                <a:srgbClr val="F67031"/>
              </a:buClr>
              <a:buSzPct val="100000"/>
              <a:defRPr sz="4000" b="1">
                <a:solidFill>
                  <a:srgbClr val="F67031"/>
                </a:solidFill>
              </a:defRPr>
            </a:lvl6pPr>
            <a:lvl7pPr lvl="6">
              <a:spcBef>
                <a:spcPts val="0"/>
              </a:spcBef>
              <a:buClr>
                <a:srgbClr val="F67031"/>
              </a:buClr>
              <a:buSzPct val="100000"/>
              <a:defRPr sz="4000" b="1">
                <a:solidFill>
                  <a:srgbClr val="F67031"/>
                </a:solidFill>
              </a:defRPr>
            </a:lvl7pPr>
            <a:lvl8pPr lvl="7">
              <a:spcBef>
                <a:spcPts val="0"/>
              </a:spcBef>
              <a:buClr>
                <a:srgbClr val="F67031"/>
              </a:buClr>
              <a:buSzPct val="100000"/>
              <a:defRPr sz="4000" b="1">
                <a:solidFill>
                  <a:srgbClr val="F67031"/>
                </a:solidFill>
              </a:defRPr>
            </a:lvl8pPr>
            <a:lvl9pPr lvl="8">
              <a:spcBef>
                <a:spcPts val="0"/>
              </a:spcBef>
              <a:buClr>
                <a:srgbClr val="F67031"/>
              </a:buClr>
              <a:buSzPct val="100000"/>
              <a:defRPr sz="4000" b="1">
                <a:solidFill>
                  <a:srgbClr val="F67031"/>
                </a:solidFill>
              </a:defRPr>
            </a:lvl9pPr>
          </a:lstStyle>
          <a:p>
            <a:r>
              <a:rPr lang="en-US"/>
              <a:t>Click to edit Master title style</a:t>
            </a:r>
            <a:endParaRPr dirty="0"/>
          </a:p>
        </p:txBody>
      </p:sp>
      <p:pic>
        <p:nvPicPr>
          <p:cNvPr id="4" name="Picture 3">
            <a:extLst>
              <a:ext uri="{FF2B5EF4-FFF2-40B4-BE49-F238E27FC236}">
                <a16:creationId xmlns:a16="http://schemas.microsoft.com/office/drawing/2014/main" id="{9DA8FB32-F581-4519-866F-7FE3644901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70432"/>
            <a:ext cx="12192000" cy="609600"/>
          </a:xfrm>
          <a:prstGeom prst="rect">
            <a:avLst/>
          </a:prstGeom>
        </p:spPr>
      </p:pic>
      <p:pic>
        <p:nvPicPr>
          <p:cNvPr id="6" name="Picture 5" descr="A close up of a sign&#10;&#10;Description automatically generated">
            <a:extLst>
              <a:ext uri="{FF2B5EF4-FFF2-40B4-BE49-F238E27FC236}">
                <a16:creationId xmlns:a16="http://schemas.microsoft.com/office/drawing/2014/main" id="{C8B998DA-F06D-4CF6-9530-F22FACF04F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842" y="245473"/>
            <a:ext cx="3912470" cy="844418"/>
          </a:xfrm>
          <a:prstGeom prst="rect">
            <a:avLst/>
          </a:prstGeom>
        </p:spPr>
      </p:pic>
    </p:spTree>
    <p:extLst>
      <p:ext uri="{BB962C8B-B14F-4D97-AF65-F5344CB8AC3E}">
        <p14:creationId xmlns:p14="http://schemas.microsoft.com/office/powerpoint/2010/main" val="2624009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 Orange White">
    <p:bg>
      <p:bgPr>
        <a:solidFill>
          <a:schemeClr val="bg1"/>
        </a:solidFill>
        <a:effectLst/>
      </p:bgPr>
    </p:bg>
    <p:spTree>
      <p:nvGrpSpPr>
        <p:cNvPr id="1" name="Shape 9"/>
        <p:cNvGrpSpPr/>
        <p:nvPr/>
      </p:nvGrpSpPr>
      <p:grpSpPr>
        <a:xfrm>
          <a:off x="0" y="0"/>
          <a:ext cx="0" cy="0"/>
          <a:chOff x="0" y="0"/>
          <a:chExt cx="0" cy="0"/>
        </a:xfrm>
      </p:grpSpPr>
      <p:sp>
        <p:nvSpPr>
          <p:cNvPr id="7" name="Shape 10">
            <a:extLst>
              <a:ext uri="{FF2B5EF4-FFF2-40B4-BE49-F238E27FC236}">
                <a16:creationId xmlns:a16="http://schemas.microsoft.com/office/drawing/2014/main" id="{F6C9F985-C33B-4D7D-A1BB-10FF6E0A14B5}"/>
              </a:ext>
            </a:extLst>
          </p:cNvPr>
          <p:cNvSpPr/>
          <p:nvPr/>
        </p:nvSpPr>
        <p:spPr>
          <a:xfrm flipH="1">
            <a:off x="0" y="0"/>
            <a:ext cx="5119264" cy="6858000"/>
          </a:xfrm>
          <a:custGeom>
            <a:avLst/>
            <a:gdLst>
              <a:gd name="connsiteX0" fmla="*/ 0 w 4059733"/>
              <a:gd name="connsiteY0" fmla="*/ 0 h 6858000"/>
              <a:gd name="connsiteX1" fmla="*/ 4059733 w 4059733"/>
              <a:gd name="connsiteY1" fmla="*/ 0 h 6858000"/>
              <a:gd name="connsiteX2" fmla="*/ 4059733 w 4059733"/>
              <a:gd name="connsiteY2" fmla="*/ 6858000 h 6858000"/>
              <a:gd name="connsiteX3" fmla="*/ 0 w 4059733"/>
              <a:gd name="connsiteY3" fmla="*/ 6858000 h 6858000"/>
              <a:gd name="connsiteX4" fmla="*/ 0 w 4059733"/>
              <a:gd name="connsiteY4" fmla="*/ 0 h 6858000"/>
              <a:gd name="connsiteX0" fmla="*/ 0 w 6009831"/>
              <a:gd name="connsiteY0" fmla="*/ 0 h 6867330"/>
              <a:gd name="connsiteX1" fmla="*/ 6009831 w 6009831"/>
              <a:gd name="connsiteY1" fmla="*/ 9330 h 6867330"/>
              <a:gd name="connsiteX2" fmla="*/ 6009831 w 6009831"/>
              <a:gd name="connsiteY2" fmla="*/ 6867330 h 6867330"/>
              <a:gd name="connsiteX3" fmla="*/ 1950098 w 6009831"/>
              <a:gd name="connsiteY3" fmla="*/ 6867330 h 6867330"/>
              <a:gd name="connsiteX4" fmla="*/ 0 w 6009831"/>
              <a:gd name="connsiteY4" fmla="*/ 0 h 6867330"/>
              <a:gd name="connsiteX0" fmla="*/ 0 w 6009831"/>
              <a:gd name="connsiteY0" fmla="*/ 0 h 6867330"/>
              <a:gd name="connsiteX1" fmla="*/ 6009831 w 6009831"/>
              <a:gd name="connsiteY1" fmla="*/ 9330 h 6867330"/>
              <a:gd name="connsiteX2" fmla="*/ 6009831 w 6009831"/>
              <a:gd name="connsiteY2" fmla="*/ 6867330 h 6867330"/>
              <a:gd name="connsiteX3" fmla="*/ 1744824 w 6009831"/>
              <a:gd name="connsiteY3" fmla="*/ 6867330 h 6867330"/>
              <a:gd name="connsiteX4" fmla="*/ 0 w 6009831"/>
              <a:gd name="connsiteY4" fmla="*/ 0 h 6867330"/>
              <a:gd name="connsiteX0" fmla="*/ 0 w 6036451"/>
              <a:gd name="connsiteY0" fmla="*/ 9331 h 6876661"/>
              <a:gd name="connsiteX1" fmla="*/ 6036451 w 6036451"/>
              <a:gd name="connsiteY1" fmla="*/ 0 h 6876661"/>
              <a:gd name="connsiteX2" fmla="*/ 6009831 w 6036451"/>
              <a:gd name="connsiteY2" fmla="*/ 6876661 h 6876661"/>
              <a:gd name="connsiteX3" fmla="*/ 1744824 w 6036451"/>
              <a:gd name="connsiteY3" fmla="*/ 6876661 h 6876661"/>
              <a:gd name="connsiteX4" fmla="*/ 0 w 6036451"/>
              <a:gd name="connsiteY4" fmla="*/ 9331 h 6876661"/>
              <a:gd name="connsiteX0" fmla="*/ 0 w 6036451"/>
              <a:gd name="connsiteY0" fmla="*/ 9331 h 6876661"/>
              <a:gd name="connsiteX1" fmla="*/ 6036451 w 6036451"/>
              <a:gd name="connsiteY1" fmla="*/ 0 h 6876661"/>
              <a:gd name="connsiteX2" fmla="*/ 6009831 w 6036451"/>
              <a:gd name="connsiteY2" fmla="*/ 6876661 h 6876661"/>
              <a:gd name="connsiteX3" fmla="*/ 953862 w 6036451"/>
              <a:gd name="connsiteY3" fmla="*/ 6867330 h 6876661"/>
              <a:gd name="connsiteX4" fmla="*/ 0 w 6036451"/>
              <a:gd name="connsiteY4" fmla="*/ 9331 h 6876661"/>
              <a:gd name="connsiteX0" fmla="*/ 0 w 6055817"/>
              <a:gd name="connsiteY0" fmla="*/ 9331 h 6867331"/>
              <a:gd name="connsiteX1" fmla="*/ 6036451 w 6055817"/>
              <a:gd name="connsiteY1" fmla="*/ 0 h 6867331"/>
              <a:gd name="connsiteX2" fmla="*/ 6055817 w 6055817"/>
              <a:gd name="connsiteY2" fmla="*/ 6867331 h 6867331"/>
              <a:gd name="connsiteX3" fmla="*/ 953862 w 6055817"/>
              <a:gd name="connsiteY3" fmla="*/ 6867330 h 6867331"/>
              <a:gd name="connsiteX4" fmla="*/ 0 w 6055817"/>
              <a:gd name="connsiteY4" fmla="*/ 9331 h 6867331"/>
              <a:gd name="connsiteX0" fmla="*/ 0 w 6055817"/>
              <a:gd name="connsiteY0" fmla="*/ 0 h 6858000"/>
              <a:gd name="connsiteX1" fmla="*/ 4871097 w 6055817"/>
              <a:gd name="connsiteY1" fmla="*/ 27614 h 6858000"/>
              <a:gd name="connsiteX2" fmla="*/ 6055817 w 6055817"/>
              <a:gd name="connsiteY2" fmla="*/ 6858000 h 6858000"/>
              <a:gd name="connsiteX3" fmla="*/ 953862 w 6055817"/>
              <a:gd name="connsiteY3" fmla="*/ 6857999 h 6858000"/>
              <a:gd name="connsiteX4" fmla="*/ 0 w 6055817"/>
              <a:gd name="connsiteY4" fmla="*/ 0 h 6858000"/>
              <a:gd name="connsiteX0" fmla="*/ 0 w 6055817"/>
              <a:gd name="connsiteY0" fmla="*/ 18567 h 6876567"/>
              <a:gd name="connsiteX1" fmla="*/ 5071392 w 6055817"/>
              <a:gd name="connsiteY1" fmla="*/ 0 h 6876567"/>
              <a:gd name="connsiteX2" fmla="*/ 6055817 w 6055817"/>
              <a:gd name="connsiteY2" fmla="*/ 6876567 h 6876567"/>
              <a:gd name="connsiteX3" fmla="*/ 953862 w 6055817"/>
              <a:gd name="connsiteY3" fmla="*/ 6876566 h 6876567"/>
              <a:gd name="connsiteX4" fmla="*/ 0 w 6055817"/>
              <a:gd name="connsiteY4" fmla="*/ 18567 h 6876567"/>
              <a:gd name="connsiteX0" fmla="*/ 0 w 5073399"/>
              <a:gd name="connsiteY0" fmla="*/ 18567 h 6895040"/>
              <a:gd name="connsiteX1" fmla="*/ 5071392 w 5073399"/>
              <a:gd name="connsiteY1" fmla="*/ 0 h 6895040"/>
              <a:gd name="connsiteX2" fmla="*/ 5072549 w 5073399"/>
              <a:gd name="connsiteY2" fmla="*/ 6895040 h 6895040"/>
              <a:gd name="connsiteX3" fmla="*/ 953862 w 5073399"/>
              <a:gd name="connsiteY3" fmla="*/ 6876566 h 6895040"/>
              <a:gd name="connsiteX4" fmla="*/ 0 w 5073399"/>
              <a:gd name="connsiteY4" fmla="*/ 18567 h 6895040"/>
              <a:gd name="connsiteX0" fmla="*/ 0 w 5046085"/>
              <a:gd name="connsiteY0" fmla="*/ 95 h 6895040"/>
              <a:gd name="connsiteX1" fmla="*/ 5044078 w 5046085"/>
              <a:gd name="connsiteY1" fmla="*/ 0 h 6895040"/>
              <a:gd name="connsiteX2" fmla="*/ 5045235 w 5046085"/>
              <a:gd name="connsiteY2" fmla="*/ 6895040 h 6895040"/>
              <a:gd name="connsiteX3" fmla="*/ 926548 w 5046085"/>
              <a:gd name="connsiteY3" fmla="*/ 6876566 h 6895040"/>
              <a:gd name="connsiteX4" fmla="*/ 0 w 5046085"/>
              <a:gd name="connsiteY4" fmla="*/ 95 h 6895040"/>
              <a:gd name="connsiteX0" fmla="*/ 0 w 5046085"/>
              <a:gd name="connsiteY0" fmla="*/ 95 h 6895040"/>
              <a:gd name="connsiteX1" fmla="*/ 5044078 w 5046085"/>
              <a:gd name="connsiteY1" fmla="*/ 0 h 6895040"/>
              <a:gd name="connsiteX2" fmla="*/ 5045235 w 5046085"/>
              <a:gd name="connsiteY2" fmla="*/ 6895040 h 6895040"/>
              <a:gd name="connsiteX3" fmla="*/ 1063113 w 5046085"/>
              <a:gd name="connsiteY3" fmla="*/ 6876566 h 6895040"/>
              <a:gd name="connsiteX4" fmla="*/ 0 w 5046085"/>
              <a:gd name="connsiteY4" fmla="*/ 95 h 6895040"/>
              <a:gd name="connsiteX0" fmla="*/ 0 w 5046085"/>
              <a:gd name="connsiteY0" fmla="*/ 95 h 6895040"/>
              <a:gd name="connsiteX1" fmla="*/ 5044078 w 5046085"/>
              <a:gd name="connsiteY1" fmla="*/ 0 h 6895040"/>
              <a:gd name="connsiteX2" fmla="*/ 5045235 w 5046085"/>
              <a:gd name="connsiteY2" fmla="*/ 6895040 h 6895040"/>
              <a:gd name="connsiteX3" fmla="*/ 972069 w 5046085"/>
              <a:gd name="connsiteY3" fmla="*/ 6858094 h 6895040"/>
              <a:gd name="connsiteX4" fmla="*/ 0 w 5046085"/>
              <a:gd name="connsiteY4" fmla="*/ 95 h 6895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6085" h="6895040">
                <a:moveTo>
                  <a:pt x="0" y="95"/>
                </a:moveTo>
                <a:lnTo>
                  <a:pt x="5044078" y="0"/>
                </a:lnTo>
                <a:cubicBezTo>
                  <a:pt x="5050533" y="2289110"/>
                  <a:pt x="5038780" y="4605930"/>
                  <a:pt x="5045235" y="6895040"/>
                </a:cubicBezTo>
                <a:lnTo>
                  <a:pt x="972069" y="6858094"/>
                </a:lnTo>
                <a:lnTo>
                  <a:pt x="0" y="95"/>
                </a:lnTo>
                <a:close/>
              </a:path>
            </a:pathLst>
          </a:custGeom>
          <a:solidFill>
            <a:schemeClr val="accent1"/>
          </a:solidFill>
          <a:ln>
            <a:noFill/>
          </a:ln>
        </p:spPr>
        <p:txBody>
          <a:bodyPr lIns="121900" tIns="121900" rIns="121900" bIns="121900" anchor="ctr" anchorCtr="0">
            <a:noAutofit/>
          </a:bodyPr>
          <a:lstStyle/>
          <a:p>
            <a:pPr lvl="0">
              <a:spcBef>
                <a:spcPts val="0"/>
              </a:spcBef>
              <a:buNone/>
            </a:pPr>
            <a:endParaRPr sz="2400" dirty="0"/>
          </a:p>
        </p:txBody>
      </p:sp>
      <p:sp>
        <p:nvSpPr>
          <p:cNvPr id="11" name="Shape 11"/>
          <p:cNvSpPr txBox="1">
            <a:spLocks noGrp="1"/>
          </p:cNvSpPr>
          <p:nvPr>
            <p:ph type="ctrTitle"/>
          </p:nvPr>
        </p:nvSpPr>
        <p:spPr>
          <a:xfrm>
            <a:off x="328439" y="2380568"/>
            <a:ext cx="3853328" cy="2098126"/>
          </a:xfrm>
          <a:prstGeom prst="rect">
            <a:avLst/>
          </a:prstGeom>
        </p:spPr>
        <p:txBody>
          <a:bodyPr lIns="91425" tIns="91425" rIns="91425" bIns="91425" anchor="t" anchorCtr="0"/>
          <a:lstStyle>
            <a:lvl1pPr marL="0" lvl="0" indent="0">
              <a:spcBef>
                <a:spcPts val="0"/>
              </a:spcBef>
              <a:buClr>
                <a:srgbClr val="F67031"/>
              </a:buClr>
              <a:buSzPct val="100000"/>
              <a:defRPr sz="4000" b="0" i="0">
                <a:solidFill>
                  <a:schemeClr val="bg1"/>
                </a:solidFill>
                <a:latin typeface="+mj-lt"/>
                <a:cs typeface="Arial" panose="020B0604020202020204" pitchFamily="34" charset="0"/>
              </a:defRPr>
            </a:lvl1pPr>
            <a:lvl2pPr lvl="1">
              <a:spcBef>
                <a:spcPts val="0"/>
              </a:spcBef>
              <a:buClr>
                <a:srgbClr val="F67031"/>
              </a:buClr>
              <a:buSzPct val="100000"/>
              <a:defRPr sz="4000" b="1">
                <a:solidFill>
                  <a:srgbClr val="F67031"/>
                </a:solidFill>
              </a:defRPr>
            </a:lvl2pPr>
            <a:lvl3pPr lvl="2">
              <a:spcBef>
                <a:spcPts val="0"/>
              </a:spcBef>
              <a:buClr>
                <a:srgbClr val="F67031"/>
              </a:buClr>
              <a:buSzPct val="100000"/>
              <a:defRPr sz="4000" b="1">
                <a:solidFill>
                  <a:srgbClr val="F67031"/>
                </a:solidFill>
              </a:defRPr>
            </a:lvl3pPr>
            <a:lvl4pPr lvl="3">
              <a:spcBef>
                <a:spcPts val="0"/>
              </a:spcBef>
              <a:buClr>
                <a:srgbClr val="F67031"/>
              </a:buClr>
              <a:buSzPct val="100000"/>
              <a:defRPr sz="4000" b="1">
                <a:solidFill>
                  <a:srgbClr val="F67031"/>
                </a:solidFill>
              </a:defRPr>
            </a:lvl4pPr>
            <a:lvl5pPr lvl="4">
              <a:spcBef>
                <a:spcPts val="0"/>
              </a:spcBef>
              <a:buClr>
                <a:srgbClr val="F67031"/>
              </a:buClr>
              <a:buSzPct val="100000"/>
              <a:defRPr sz="4000" b="1">
                <a:solidFill>
                  <a:srgbClr val="F67031"/>
                </a:solidFill>
              </a:defRPr>
            </a:lvl5pPr>
            <a:lvl6pPr lvl="5">
              <a:spcBef>
                <a:spcPts val="0"/>
              </a:spcBef>
              <a:buClr>
                <a:srgbClr val="F67031"/>
              </a:buClr>
              <a:buSzPct val="100000"/>
              <a:defRPr sz="4000" b="1">
                <a:solidFill>
                  <a:srgbClr val="F67031"/>
                </a:solidFill>
              </a:defRPr>
            </a:lvl6pPr>
            <a:lvl7pPr lvl="6">
              <a:spcBef>
                <a:spcPts val="0"/>
              </a:spcBef>
              <a:buClr>
                <a:srgbClr val="F67031"/>
              </a:buClr>
              <a:buSzPct val="100000"/>
              <a:defRPr sz="4000" b="1">
                <a:solidFill>
                  <a:srgbClr val="F67031"/>
                </a:solidFill>
              </a:defRPr>
            </a:lvl7pPr>
            <a:lvl8pPr lvl="7">
              <a:spcBef>
                <a:spcPts val="0"/>
              </a:spcBef>
              <a:buClr>
                <a:srgbClr val="F67031"/>
              </a:buClr>
              <a:buSzPct val="100000"/>
              <a:defRPr sz="4000" b="1">
                <a:solidFill>
                  <a:srgbClr val="F67031"/>
                </a:solidFill>
              </a:defRPr>
            </a:lvl8pPr>
            <a:lvl9pPr lvl="8">
              <a:spcBef>
                <a:spcPts val="0"/>
              </a:spcBef>
              <a:buClr>
                <a:srgbClr val="F67031"/>
              </a:buClr>
              <a:buSzPct val="100000"/>
              <a:defRPr sz="4000" b="1">
                <a:solidFill>
                  <a:srgbClr val="F67031"/>
                </a:solidFill>
              </a:defRPr>
            </a:lvl9pPr>
          </a:lstStyle>
          <a:p>
            <a:r>
              <a:rPr lang="en-US"/>
              <a:t>Click to edit Master title style</a:t>
            </a:r>
            <a:endParaRPr dirty="0"/>
          </a:p>
        </p:txBody>
      </p:sp>
      <p:pic>
        <p:nvPicPr>
          <p:cNvPr id="3" name="Picture 2">
            <a:extLst>
              <a:ext uri="{FF2B5EF4-FFF2-40B4-BE49-F238E27FC236}">
                <a16:creationId xmlns:a16="http://schemas.microsoft.com/office/drawing/2014/main" id="{2B642FDA-9E83-4FC4-A488-08D0C5ABCB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pic>
        <p:nvPicPr>
          <p:cNvPr id="6" name="Picture 5">
            <a:extLst>
              <a:ext uri="{FF2B5EF4-FFF2-40B4-BE49-F238E27FC236}">
                <a16:creationId xmlns:a16="http://schemas.microsoft.com/office/drawing/2014/main" id="{C8B998DA-F06D-4CF6-9530-F22FACF04F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9841" y="245473"/>
            <a:ext cx="3971925" cy="857250"/>
          </a:xfrm>
          <a:prstGeom prst="rect">
            <a:avLst/>
          </a:prstGeom>
        </p:spPr>
      </p:pic>
      <p:sp>
        <p:nvSpPr>
          <p:cNvPr id="8" name="Shape 8">
            <a:extLst>
              <a:ext uri="{FF2B5EF4-FFF2-40B4-BE49-F238E27FC236}">
                <a16:creationId xmlns:a16="http://schemas.microsoft.com/office/drawing/2014/main" id="{7FF4279E-68A3-4973-9548-3B379F9FCB15}"/>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accent2"/>
                </a:solidFill>
              </a:defRPr>
            </a:lvl1pPr>
          </a:lstStyle>
          <a:p>
            <a:fld id="{BE94C7E4-063C-489C-858A-DF1075A66E82}" type="slidenum">
              <a:rPr lang="en-CA" smtClean="0"/>
              <a:t>‹#›</a:t>
            </a:fld>
            <a:endParaRPr lang="en-CA"/>
          </a:p>
        </p:txBody>
      </p:sp>
      <p:sp>
        <p:nvSpPr>
          <p:cNvPr id="9" name="Content Placeholder 3">
            <a:extLst>
              <a:ext uri="{FF2B5EF4-FFF2-40B4-BE49-F238E27FC236}">
                <a16:creationId xmlns:a16="http://schemas.microsoft.com/office/drawing/2014/main" id="{4B8CE19F-06CE-4ABF-9084-9877961D502E}"/>
              </a:ext>
            </a:extLst>
          </p:cNvPr>
          <p:cNvSpPr>
            <a:spLocks noGrp="1"/>
          </p:cNvSpPr>
          <p:nvPr>
            <p:ph sz="quarter" idx="13"/>
          </p:nvPr>
        </p:nvSpPr>
        <p:spPr>
          <a:xfrm>
            <a:off x="5209309" y="314325"/>
            <a:ext cx="6684111" cy="5927725"/>
          </a:xfrm>
        </p:spPr>
        <p:txBody>
          <a:bodyPr/>
          <a:lstStyle>
            <a:lvl1pPr>
              <a:buClr>
                <a:schemeClr val="accent1"/>
              </a:buClr>
              <a:defRPr>
                <a:solidFill>
                  <a:schemeClr val="accent2"/>
                </a:solidFill>
                <a:latin typeface="IBM Plex Sans" panose="020B0503050203000203" pitchFamily="34" charset="0"/>
              </a:defRPr>
            </a:lvl1pPr>
            <a:lvl2pPr>
              <a:buClr>
                <a:schemeClr val="accent1"/>
              </a:buClr>
              <a:defRPr>
                <a:solidFill>
                  <a:schemeClr val="accent2"/>
                </a:solidFill>
                <a:latin typeface="IBM Plex Sans" panose="020B0503050203000203" pitchFamily="34" charset="0"/>
              </a:defRPr>
            </a:lvl2pPr>
            <a:lvl3pPr>
              <a:buClr>
                <a:schemeClr val="accent1"/>
              </a:buClr>
              <a:defRPr>
                <a:solidFill>
                  <a:schemeClr val="accent2"/>
                </a:solidFill>
                <a:latin typeface="IBM Plex Sans" panose="020B0503050203000203" pitchFamily="34" charset="0"/>
              </a:defRPr>
            </a:lvl3pPr>
            <a:lvl4pPr>
              <a:buClr>
                <a:schemeClr val="accent1"/>
              </a:buClr>
              <a:defRPr>
                <a:solidFill>
                  <a:schemeClr val="accent2"/>
                </a:solidFill>
                <a:latin typeface="IBM Plex Sans" panose="020B0503050203000203" pitchFamily="34" charset="0"/>
              </a:defRPr>
            </a:lvl4pPr>
            <a:lvl5pPr>
              <a:buClr>
                <a:schemeClr val="accent1"/>
              </a:buClr>
              <a:defRPr>
                <a:solidFill>
                  <a:schemeClr val="accent2"/>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107137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ubtitle Dark Teal">
    <p:bg>
      <p:bgPr>
        <a:solidFill>
          <a:schemeClr val="accent2"/>
        </a:solidFill>
        <a:effectLst/>
      </p:bgPr>
    </p:bg>
    <p:spTree>
      <p:nvGrpSpPr>
        <p:cNvPr id="1" name="Shape 13"/>
        <p:cNvGrpSpPr/>
        <p:nvPr/>
      </p:nvGrpSpPr>
      <p:grpSpPr>
        <a:xfrm>
          <a:off x="0" y="0"/>
          <a:ext cx="0" cy="0"/>
          <a:chOff x="0" y="0"/>
          <a:chExt cx="0" cy="0"/>
        </a:xfrm>
      </p:grpSpPr>
      <p:sp>
        <p:nvSpPr>
          <p:cNvPr id="14" name="Shape 14"/>
          <p:cNvSpPr/>
          <p:nvPr/>
        </p:nvSpPr>
        <p:spPr>
          <a:xfrm flipH="1">
            <a:off x="0" y="-18663"/>
            <a:ext cx="4156596" cy="6876661"/>
          </a:xfrm>
          <a:custGeom>
            <a:avLst/>
            <a:gdLst>
              <a:gd name="connsiteX0" fmla="*/ 0 w 3456800"/>
              <a:gd name="connsiteY0" fmla="*/ 0 h 6858000"/>
              <a:gd name="connsiteX1" fmla="*/ 3456800 w 3456800"/>
              <a:gd name="connsiteY1" fmla="*/ 0 h 6858000"/>
              <a:gd name="connsiteX2" fmla="*/ 3456800 w 3456800"/>
              <a:gd name="connsiteY2" fmla="*/ 6858000 h 6858000"/>
              <a:gd name="connsiteX3" fmla="*/ 0 w 3456800"/>
              <a:gd name="connsiteY3" fmla="*/ 6858000 h 6858000"/>
              <a:gd name="connsiteX4" fmla="*/ 0 w 3456800"/>
              <a:gd name="connsiteY4" fmla="*/ 0 h 6858000"/>
              <a:gd name="connsiteX0" fmla="*/ 0 w 4156596"/>
              <a:gd name="connsiteY0" fmla="*/ 0 h 6867331"/>
              <a:gd name="connsiteX1" fmla="*/ 4156596 w 4156596"/>
              <a:gd name="connsiteY1" fmla="*/ 9331 h 6867331"/>
              <a:gd name="connsiteX2" fmla="*/ 4156596 w 4156596"/>
              <a:gd name="connsiteY2" fmla="*/ 6867331 h 6867331"/>
              <a:gd name="connsiteX3" fmla="*/ 699796 w 4156596"/>
              <a:gd name="connsiteY3" fmla="*/ 6867331 h 6867331"/>
              <a:gd name="connsiteX4" fmla="*/ 0 w 4156596"/>
              <a:gd name="connsiteY4" fmla="*/ 0 h 6867331"/>
              <a:gd name="connsiteX0" fmla="*/ 0 w 4156596"/>
              <a:gd name="connsiteY0" fmla="*/ 0 h 6876661"/>
              <a:gd name="connsiteX1" fmla="*/ 4156596 w 4156596"/>
              <a:gd name="connsiteY1" fmla="*/ 9331 h 6876661"/>
              <a:gd name="connsiteX2" fmla="*/ 4156596 w 4156596"/>
              <a:gd name="connsiteY2" fmla="*/ 6867331 h 6876661"/>
              <a:gd name="connsiteX3" fmla="*/ 1026367 w 4156596"/>
              <a:gd name="connsiteY3" fmla="*/ 6876661 h 6876661"/>
              <a:gd name="connsiteX4" fmla="*/ 0 w 4156596"/>
              <a:gd name="connsiteY4" fmla="*/ 0 h 6876661"/>
              <a:gd name="connsiteX0" fmla="*/ 0 w 4156596"/>
              <a:gd name="connsiteY0" fmla="*/ 0 h 6876661"/>
              <a:gd name="connsiteX1" fmla="*/ 4156596 w 4156596"/>
              <a:gd name="connsiteY1" fmla="*/ 9331 h 6876661"/>
              <a:gd name="connsiteX2" fmla="*/ 4156596 w 4156596"/>
              <a:gd name="connsiteY2" fmla="*/ 6867331 h 6876661"/>
              <a:gd name="connsiteX3" fmla="*/ 1017037 w 4156596"/>
              <a:gd name="connsiteY3" fmla="*/ 6876661 h 6876661"/>
              <a:gd name="connsiteX4" fmla="*/ 0 w 4156596"/>
              <a:gd name="connsiteY4" fmla="*/ 0 h 6876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6596" h="6876661">
                <a:moveTo>
                  <a:pt x="0" y="0"/>
                </a:moveTo>
                <a:lnTo>
                  <a:pt x="4156596" y="9331"/>
                </a:lnTo>
                <a:lnTo>
                  <a:pt x="4156596" y="6867331"/>
                </a:lnTo>
                <a:lnTo>
                  <a:pt x="1017037" y="6876661"/>
                </a:lnTo>
                <a:lnTo>
                  <a:pt x="0" y="0"/>
                </a:lnTo>
                <a:close/>
              </a:path>
            </a:pathLst>
          </a:cu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16" name="Shape 16"/>
          <p:cNvSpPr txBox="1">
            <a:spLocks noGrp="1"/>
          </p:cNvSpPr>
          <p:nvPr>
            <p:ph type="ctrTitle"/>
          </p:nvPr>
        </p:nvSpPr>
        <p:spPr>
          <a:xfrm>
            <a:off x="298580" y="2"/>
            <a:ext cx="2769687" cy="2397966"/>
          </a:xfrm>
          <a:prstGeom prst="rect">
            <a:avLst/>
          </a:prstGeom>
        </p:spPr>
        <p:txBody>
          <a:bodyPr lIns="91425" tIns="91425" rIns="91425" bIns="91425" anchor="b" anchorCtr="0"/>
          <a:lstStyle>
            <a:lvl1pPr marL="0" lvl="0" indent="0" rtl="0">
              <a:spcBef>
                <a:spcPts val="0"/>
              </a:spcBef>
              <a:buClr>
                <a:srgbClr val="F67031"/>
              </a:buClr>
              <a:defRPr b="0" i="0">
                <a:solidFill>
                  <a:schemeClr val="accent2"/>
                </a:solidFill>
                <a:latin typeface="+mj-lt"/>
                <a:cs typeface="Arial" panose="020B0604020202020204" pitchFamily="34" charset="0"/>
              </a:defRPr>
            </a:lvl1pPr>
            <a:lvl2pPr lvl="1" rtl="0">
              <a:spcBef>
                <a:spcPts val="0"/>
              </a:spcBef>
              <a:buClr>
                <a:srgbClr val="F67031"/>
              </a:buClr>
              <a:defRPr>
                <a:solidFill>
                  <a:srgbClr val="F67031"/>
                </a:solidFill>
              </a:defRPr>
            </a:lvl2pPr>
            <a:lvl3pPr lvl="2" rtl="0">
              <a:spcBef>
                <a:spcPts val="0"/>
              </a:spcBef>
              <a:buClr>
                <a:srgbClr val="F67031"/>
              </a:buClr>
              <a:defRPr>
                <a:solidFill>
                  <a:srgbClr val="F67031"/>
                </a:solidFill>
              </a:defRPr>
            </a:lvl3pPr>
            <a:lvl4pPr lvl="3" rtl="0">
              <a:spcBef>
                <a:spcPts val="0"/>
              </a:spcBef>
              <a:buClr>
                <a:srgbClr val="F67031"/>
              </a:buClr>
              <a:defRPr>
                <a:solidFill>
                  <a:srgbClr val="F67031"/>
                </a:solidFill>
              </a:defRPr>
            </a:lvl4pPr>
            <a:lvl5pPr lvl="4" rtl="0">
              <a:spcBef>
                <a:spcPts val="0"/>
              </a:spcBef>
              <a:buClr>
                <a:srgbClr val="F67031"/>
              </a:buClr>
              <a:defRPr>
                <a:solidFill>
                  <a:srgbClr val="F67031"/>
                </a:solidFill>
              </a:defRPr>
            </a:lvl5pPr>
            <a:lvl6pPr lvl="5" rtl="0">
              <a:spcBef>
                <a:spcPts val="0"/>
              </a:spcBef>
              <a:buClr>
                <a:srgbClr val="F67031"/>
              </a:buClr>
              <a:defRPr>
                <a:solidFill>
                  <a:srgbClr val="F67031"/>
                </a:solidFill>
              </a:defRPr>
            </a:lvl6pPr>
            <a:lvl7pPr lvl="6" rtl="0">
              <a:spcBef>
                <a:spcPts val="0"/>
              </a:spcBef>
              <a:buClr>
                <a:srgbClr val="F67031"/>
              </a:buClr>
              <a:defRPr>
                <a:solidFill>
                  <a:srgbClr val="F67031"/>
                </a:solidFill>
              </a:defRPr>
            </a:lvl7pPr>
            <a:lvl8pPr lvl="7" rtl="0">
              <a:spcBef>
                <a:spcPts val="0"/>
              </a:spcBef>
              <a:buClr>
                <a:srgbClr val="F67031"/>
              </a:buClr>
              <a:defRPr>
                <a:solidFill>
                  <a:srgbClr val="F67031"/>
                </a:solidFill>
              </a:defRPr>
            </a:lvl8pPr>
            <a:lvl9pPr lvl="8" rtl="0">
              <a:spcBef>
                <a:spcPts val="0"/>
              </a:spcBef>
              <a:buClr>
                <a:srgbClr val="F67031"/>
              </a:buClr>
              <a:defRPr>
                <a:solidFill>
                  <a:srgbClr val="F67031"/>
                </a:solidFill>
              </a:defRPr>
            </a:lvl9pPr>
          </a:lstStyle>
          <a:p>
            <a:r>
              <a:rPr lang="en-US"/>
              <a:t>Click to edit Master title style</a:t>
            </a:r>
            <a:endParaRPr dirty="0"/>
          </a:p>
        </p:txBody>
      </p:sp>
      <p:sp>
        <p:nvSpPr>
          <p:cNvPr id="17" name="Shape 17"/>
          <p:cNvSpPr txBox="1">
            <a:spLocks noGrp="1"/>
          </p:cNvSpPr>
          <p:nvPr>
            <p:ph type="subTitle" idx="1"/>
          </p:nvPr>
        </p:nvSpPr>
        <p:spPr>
          <a:xfrm>
            <a:off x="298579" y="2425803"/>
            <a:ext cx="2769687" cy="1320436"/>
          </a:xfrm>
          <a:prstGeom prst="rect">
            <a:avLst/>
          </a:prstGeom>
        </p:spPr>
        <p:txBody>
          <a:bodyPr lIns="91425" tIns="91425" rIns="91425" bIns="91425" anchor="t" anchorCtr="0">
            <a:normAutofit/>
          </a:bodyPr>
          <a:lstStyle>
            <a:lvl1pPr marL="0" lvl="0" rtl="0">
              <a:spcBef>
                <a:spcPts val="0"/>
              </a:spcBef>
              <a:buClr>
                <a:srgbClr val="999999"/>
              </a:buClr>
              <a:buFont typeface="Georgia"/>
              <a:buNone/>
              <a:defRPr sz="2400" b="0" i="0">
                <a:solidFill>
                  <a:schemeClr val="tx2">
                    <a:lumMod val="75000"/>
                  </a:schemeClr>
                </a:solidFill>
                <a:latin typeface="+mn-lt"/>
                <a:ea typeface="Georgia"/>
                <a:cs typeface="Georgia"/>
                <a:sym typeface="Georgia"/>
              </a:defRPr>
            </a:lvl1pPr>
            <a:lvl2pPr lvl="1" rtl="0">
              <a:spcBef>
                <a:spcPts val="0"/>
              </a:spcBef>
              <a:buClr>
                <a:srgbClr val="999999"/>
              </a:buClr>
              <a:buSzPct val="100000"/>
              <a:buFont typeface="Georgia"/>
              <a:buNone/>
              <a:defRPr sz="4000" i="1">
                <a:solidFill>
                  <a:srgbClr val="999999"/>
                </a:solidFill>
                <a:latin typeface="Georgia"/>
                <a:ea typeface="Georgia"/>
                <a:cs typeface="Georgia"/>
                <a:sym typeface="Georgia"/>
              </a:defRPr>
            </a:lvl2pPr>
            <a:lvl3pPr lvl="2" rtl="0">
              <a:spcBef>
                <a:spcPts val="0"/>
              </a:spcBef>
              <a:buClr>
                <a:srgbClr val="999999"/>
              </a:buClr>
              <a:buSzPct val="100000"/>
              <a:buFont typeface="Georgia"/>
              <a:buNone/>
              <a:defRPr sz="4000" i="1">
                <a:solidFill>
                  <a:srgbClr val="999999"/>
                </a:solidFill>
                <a:latin typeface="Georgia"/>
                <a:ea typeface="Georgia"/>
                <a:cs typeface="Georgia"/>
                <a:sym typeface="Georgia"/>
              </a:defRPr>
            </a:lvl3pPr>
            <a:lvl4pPr lvl="3" rtl="0">
              <a:spcBef>
                <a:spcPts val="0"/>
              </a:spcBef>
              <a:buClr>
                <a:srgbClr val="999999"/>
              </a:buClr>
              <a:buSzPct val="100000"/>
              <a:buFont typeface="Georgia"/>
              <a:buNone/>
              <a:defRPr sz="4000" i="1">
                <a:solidFill>
                  <a:srgbClr val="999999"/>
                </a:solidFill>
                <a:latin typeface="Georgia"/>
                <a:ea typeface="Georgia"/>
                <a:cs typeface="Georgia"/>
                <a:sym typeface="Georgia"/>
              </a:defRPr>
            </a:lvl4pPr>
            <a:lvl5pPr lvl="4" rtl="0">
              <a:spcBef>
                <a:spcPts val="0"/>
              </a:spcBef>
              <a:buClr>
                <a:srgbClr val="999999"/>
              </a:buClr>
              <a:buSzPct val="100000"/>
              <a:buFont typeface="Georgia"/>
              <a:buNone/>
              <a:defRPr sz="4000" i="1">
                <a:solidFill>
                  <a:srgbClr val="999999"/>
                </a:solidFill>
                <a:latin typeface="Georgia"/>
                <a:ea typeface="Georgia"/>
                <a:cs typeface="Georgia"/>
                <a:sym typeface="Georgia"/>
              </a:defRPr>
            </a:lvl5pPr>
            <a:lvl6pPr lvl="5" rtl="0">
              <a:spcBef>
                <a:spcPts val="0"/>
              </a:spcBef>
              <a:buClr>
                <a:srgbClr val="999999"/>
              </a:buClr>
              <a:buSzPct val="100000"/>
              <a:buFont typeface="Georgia"/>
              <a:buNone/>
              <a:defRPr sz="4000" i="1">
                <a:solidFill>
                  <a:srgbClr val="999999"/>
                </a:solidFill>
                <a:latin typeface="Georgia"/>
                <a:ea typeface="Georgia"/>
                <a:cs typeface="Georgia"/>
                <a:sym typeface="Georgia"/>
              </a:defRPr>
            </a:lvl6pPr>
            <a:lvl7pPr lvl="6" rtl="0">
              <a:spcBef>
                <a:spcPts val="0"/>
              </a:spcBef>
              <a:buClr>
                <a:srgbClr val="999999"/>
              </a:buClr>
              <a:buSzPct val="100000"/>
              <a:buFont typeface="Georgia"/>
              <a:buNone/>
              <a:defRPr sz="4000" i="1">
                <a:solidFill>
                  <a:srgbClr val="999999"/>
                </a:solidFill>
                <a:latin typeface="Georgia"/>
                <a:ea typeface="Georgia"/>
                <a:cs typeface="Georgia"/>
                <a:sym typeface="Georgia"/>
              </a:defRPr>
            </a:lvl7pPr>
            <a:lvl8pPr lvl="7" rtl="0">
              <a:spcBef>
                <a:spcPts val="0"/>
              </a:spcBef>
              <a:buClr>
                <a:srgbClr val="999999"/>
              </a:buClr>
              <a:buSzPct val="100000"/>
              <a:buFont typeface="Georgia"/>
              <a:buNone/>
              <a:defRPr sz="4000" i="1">
                <a:solidFill>
                  <a:srgbClr val="999999"/>
                </a:solidFill>
                <a:latin typeface="Georgia"/>
                <a:ea typeface="Georgia"/>
                <a:cs typeface="Georgia"/>
                <a:sym typeface="Georgia"/>
              </a:defRPr>
            </a:lvl8pPr>
            <a:lvl9pPr lvl="8" rtl="0">
              <a:spcBef>
                <a:spcPts val="0"/>
              </a:spcBef>
              <a:buClr>
                <a:srgbClr val="999999"/>
              </a:buClr>
              <a:buSzPct val="100000"/>
              <a:buFont typeface="Georgia"/>
              <a:buNone/>
              <a:defRPr sz="4000" i="1">
                <a:solidFill>
                  <a:srgbClr val="999999"/>
                </a:solidFill>
                <a:latin typeface="Georgia"/>
                <a:ea typeface="Georgia"/>
                <a:cs typeface="Georgia"/>
                <a:sym typeface="Georgia"/>
              </a:defRPr>
            </a:lvl9pPr>
          </a:lstStyle>
          <a:p>
            <a:r>
              <a:rPr lang="en-US"/>
              <a:t>Click to edit Master subtitle style</a:t>
            </a:r>
            <a:endParaRPr dirty="0"/>
          </a:p>
        </p:txBody>
      </p:sp>
      <p:sp>
        <p:nvSpPr>
          <p:cNvPr id="7" name="Shape 8"/>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accent2"/>
                </a:solidFill>
              </a:defRPr>
            </a:lvl1pPr>
          </a:lstStyle>
          <a:p>
            <a:fld id="{BE94C7E4-063C-489C-858A-DF1075A66E82}" type="slidenum">
              <a:rPr lang="en-CA" smtClean="0"/>
              <a:t>‹#›</a:t>
            </a:fld>
            <a:endParaRPr lang="en-CA"/>
          </a:p>
        </p:txBody>
      </p:sp>
      <p:pic>
        <p:nvPicPr>
          <p:cNvPr id="3" name="Picture 2">
            <a:extLst>
              <a:ext uri="{FF2B5EF4-FFF2-40B4-BE49-F238E27FC236}">
                <a16:creationId xmlns:a16="http://schemas.microsoft.com/office/drawing/2014/main" id="{4A7291AF-5F89-413A-87F8-95DA4F9611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2316"/>
            <a:ext cx="12192000" cy="609600"/>
          </a:xfrm>
          <a:prstGeom prst="rect">
            <a:avLst/>
          </a:prstGeom>
        </p:spPr>
      </p:pic>
      <p:sp>
        <p:nvSpPr>
          <p:cNvPr id="4" name="Content Placeholder 3">
            <a:extLst>
              <a:ext uri="{FF2B5EF4-FFF2-40B4-BE49-F238E27FC236}">
                <a16:creationId xmlns:a16="http://schemas.microsoft.com/office/drawing/2014/main" id="{42AFB7EF-3752-440C-9101-541FE260C7CE}"/>
              </a:ext>
            </a:extLst>
          </p:cNvPr>
          <p:cNvSpPr>
            <a:spLocks noGrp="1"/>
          </p:cNvSpPr>
          <p:nvPr>
            <p:ph sz="quarter" idx="13"/>
          </p:nvPr>
        </p:nvSpPr>
        <p:spPr>
          <a:xfrm>
            <a:off x="4240213" y="314325"/>
            <a:ext cx="7653207" cy="5927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2839464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ubtitle Orange">
    <p:bg>
      <p:bgPr>
        <a:solidFill>
          <a:schemeClr val="accent1"/>
        </a:solidFill>
        <a:effectLst/>
      </p:bgPr>
    </p:bg>
    <p:spTree>
      <p:nvGrpSpPr>
        <p:cNvPr id="1" name="Shape 13"/>
        <p:cNvGrpSpPr/>
        <p:nvPr/>
      </p:nvGrpSpPr>
      <p:grpSpPr>
        <a:xfrm>
          <a:off x="0" y="0"/>
          <a:ext cx="0" cy="0"/>
          <a:chOff x="0" y="0"/>
          <a:chExt cx="0" cy="0"/>
        </a:xfrm>
      </p:grpSpPr>
      <p:sp>
        <p:nvSpPr>
          <p:cNvPr id="14" name="Shape 14"/>
          <p:cNvSpPr/>
          <p:nvPr/>
        </p:nvSpPr>
        <p:spPr>
          <a:xfrm flipH="1">
            <a:off x="0" y="-18663"/>
            <a:ext cx="4156596" cy="6876661"/>
          </a:xfrm>
          <a:custGeom>
            <a:avLst/>
            <a:gdLst>
              <a:gd name="connsiteX0" fmla="*/ 0 w 3456800"/>
              <a:gd name="connsiteY0" fmla="*/ 0 h 6858000"/>
              <a:gd name="connsiteX1" fmla="*/ 3456800 w 3456800"/>
              <a:gd name="connsiteY1" fmla="*/ 0 h 6858000"/>
              <a:gd name="connsiteX2" fmla="*/ 3456800 w 3456800"/>
              <a:gd name="connsiteY2" fmla="*/ 6858000 h 6858000"/>
              <a:gd name="connsiteX3" fmla="*/ 0 w 3456800"/>
              <a:gd name="connsiteY3" fmla="*/ 6858000 h 6858000"/>
              <a:gd name="connsiteX4" fmla="*/ 0 w 3456800"/>
              <a:gd name="connsiteY4" fmla="*/ 0 h 6858000"/>
              <a:gd name="connsiteX0" fmla="*/ 0 w 4156596"/>
              <a:gd name="connsiteY0" fmla="*/ 0 h 6867331"/>
              <a:gd name="connsiteX1" fmla="*/ 4156596 w 4156596"/>
              <a:gd name="connsiteY1" fmla="*/ 9331 h 6867331"/>
              <a:gd name="connsiteX2" fmla="*/ 4156596 w 4156596"/>
              <a:gd name="connsiteY2" fmla="*/ 6867331 h 6867331"/>
              <a:gd name="connsiteX3" fmla="*/ 699796 w 4156596"/>
              <a:gd name="connsiteY3" fmla="*/ 6867331 h 6867331"/>
              <a:gd name="connsiteX4" fmla="*/ 0 w 4156596"/>
              <a:gd name="connsiteY4" fmla="*/ 0 h 6867331"/>
              <a:gd name="connsiteX0" fmla="*/ 0 w 4156596"/>
              <a:gd name="connsiteY0" fmla="*/ 0 h 6876661"/>
              <a:gd name="connsiteX1" fmla="*/ 4156596 w 4156596"/>
              <a:gd name="connsiteY1" fmla="*/ 9331 h 6876661"/>
              <a:gd name="connsiteX2" fmla="*/ 4156596 w 4156596"/>
              <a:gd name="connsiteY2" fmla="*/ 6867331 h 6876661"/>
              <a:gd name="connsiteX3" fmla="*/ 1026367 w 4156596"/>
              <a:gd name="connsiteY3" fmla="*/ 6876661 h 6876661"/>
              <a:gd name="connsiteX4" fmla="*/ 0 w 4156596"/>
              <a:gd name="connsiteY4" fmla="*/ 0 h 6876661"/>
              <a:gd name="connsiteX0" fmla="*/ 0 w 4156596"/>
              <a:gd name="connsiteY0" fmla="*/ 0 h 6876661"/>
              <a:gd name="connsiteX1" fmla="*/ 4156596 w 4156596"/>
              <a:gd name="connsiteY1" fmla="*/ 9331 h 6876661"/>
              <a:gd name="connsiteX2" fmla="*/ 4156596 w 4156596"/>
              <a:gd name="connsiteY2" fmla="*/ 6867331 h 6876661"/>
              <a:gd name="connsiteX3" fmla="*/ 1017037 w 4156596"/>
              <a:gd name="connsiteY3" fmla="*/ 6876661 h 6876661"/>
              <a:gd name="connsiteX4" fmla="*/ 0 w 4156596"/>
              <a:gd name="connsiteY4" fmla="*/ 0 h 6876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6596" h="6876661">
                <a:moveTo>
                  <a:pt x="0" y="0"/>
                </a:moveTo>
                <a:lnTo>
                  <a:pt x="4156596" y="9331"/>
                </a:lnTo>
                <a:lnTo>
                  <a:pt x="4156596" y="6867331"/>
                </a:lnTo>
                <a:lnTo>
                  <a:pt x="1017037" y="6876661"/>
                </a:lnTo>
                <a:lnTo>
                  <a:pt x="0" y="0"/>
                </a:lnTo>
                <a:close/>
              </a:path>
            </a:pathLst>
          </a:cu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16" name="Shape 16"/>
          <p:cNvSpPr txBox="1">
            <a:spLocks noGrp="1"/>
          </p:cNvSpPr>
          <p:nvPr>
            <p:ph type="ctrTitle"/>
          </p:nvPr>
        </p:nvSpPr>
        <p:spPr>
          <a:xfrm>
            <a:off x="298580" y="2"/>
            <a:ext cx="2769687" cy="2397966"/>
          </a:xfrm>
          <a:prstGeom prst="rect">
            <a:avLst/>
          </a:prstGeom>
        </p:spPr>
        <p:txBody>
          <a:bodyPr lIns="91425" tIns="91425" rIns="91425" bIns="91425" anchor="b" anchorCtr="0"/>
          <a:lstStyle>
            <a:lvl1pPr marL="0" lvl="0" indent="0" rtl="0">
              <a:spcBef>
                <a:spcPts val="0"/>
              </a:spcBef>
              <a:buClr>
                <a:srgbClr val="F67031"/>
              </a:buClr>
              <a:defRPr b="0" i="0">
                <a:solidFill>
                  <a:schemeClr val="accent2"/>
                </a:solidFill>
                <a:latin typeface="+mj-lt"/>
                <a:cs typeface="Arial" panose="020B0604020202020204" pitchFamily="34" charset="0"/>
              </a:defRPr>
            </a:lvl1pPr>
            <a:lvl2pPr lvl="1" rtl="0">
              <a:spcBef>
                <a:spcPts val="0"/>
              </a:spcBef>
              <a:buClr>
                <a:srgbClr val="F67031"/>
              </a:buClr>
              <a:defRPr>
                <a:solidFill>
                  <a:srgbClr val="F67031"/>
                </a:solidFill>
              </a:defRPr>
            </a:lvl2pPr>
            <a:lvl3pPr lvl="2" rtl="0">
              <a:spcBef>
                <a:spcPts val="0"/>
              </a:spcBef>
              <a:buClr>
                <a:srgbClr val="F67031"/>
              </a:buClr>
              <a:defRPr>
                <a:solidFill>
                  <a:srgbClr val="F67031"/>
                </a:solidFill>
              </a:defRPr>
            </a:lvl3pPr>
            <a:lvl4pPr lvl="3" rtl="0">
              <a:spcBef>
                <a:spcPts val="0"/>
              </a:spcBef>
              <a:buClr>
                <a:srgbClr val="F67031"/>
              </a:buClr>
              <a:defRPr>
                <a:solidFill>
                  <a:srgbClr val="F67031"/>
                </a:solidFill>
              </a:defRPr>
            </a:lvl4pPr>
            <a:lvl5pPr lvl="4" rtl="0">
              <a:spcBef>
                <a:spcPts val="0"/>
              </a:spcBef>
              <a:buClr>
                <a:srgbClr val="F67031"/>
              </a:buClr>
              <a:defRPr>
                <a:solidFill>
                  <a:srgbClr val="F67031"/>
                </a:solidFill>
              </a:defRPr>
            </a:lvl5pPr>
            <a:lvl6pPr lvl="5" rtl="0">
              <a:spcBef>
                <a:spcPts val="0"/>
              </a:spcBef>
              <a:buClr>
                <a:srgbClr val="F67031"/>
              </a:buClr>
              <a:defRPr>
                <a:solidFill>
                  <a:srgbClr val="F67031"/>
                </a:solidFill>
              </a:defRPr>
            </a:lvl6pPr>
            <a:lvl7pPr lvl="6" rtl="0">
              <a:spcBef>
                <a:spcPts val="0"/>
              </a:spcBef>
              <a:buClr>
                <a:srgbClr val="F67031"/>
              </a:buClr>
              <a:defRPr>
                <a:solidFill>
                  <a:srgbClr val="F67031"/>
                </a:solidFill>
              </a:defRPr>
            </a:lvl7pPr>
            <a:lvl8pPr lvl="7" rtl="0">
              <a:spcBef>
                <a:spcPts val="0"/>
              </a:spcBef>
              <a:buClr>
                <a:srgbClr val="F67031"/>
              </a:buClr>
              <a:defRPr>
                <a:solidFill>
                  <a:srgbClr val="F67031"/>
                </a:solidFill>
              </a:defRPr>
            </a:lvl8pPr>
            <a:lvl9pPr lvl="8" rtl="0">
              <a:spcBef>
                <a:spcPts val="0"/>
              </a:spcBef>
              <a:buClr>
                <a:srgbClr val="F67031"/>
              </a:buClr>
              <a:defRPr>
                <a:solidFill>
                  <a:srgbClr val="F67031"/>
                </a:solidFill>
              </a:defRPr>
            </a:lvl9pPr>
          </a:lstStyle>
          <a:p>
            <a:r>
              <a:rPr lang="en-US"/>
              <a:t>Click to edit Master title style</a:t>
            </a:r>
            <a:endParaRPr dirty="0"/>
          </a:p>
        </p:txBody>
      </p:sp>
      <p:sp>
        <p:nvSpPr>
          <p:cNvPr id="17" name="Shape 17"/>
          <p:cNvSpPr txBox="1">
            <a:spLocks noGrp="1"/>
          </p:cNvSpPr>
          <p:nvPr>
            <p:ph type="subTitle" idx="1"/>
          </p:nvPr>
        </p:nvSpPr>
        <p:spPr>
          <a:xfrm>
            <a:off x="298579" y="2425803"/>
            <a:ext cx="2769687" cy="1320436"/>
          </a:xfrm>
          <a:prstGeom prst="rect">
            <a:avLst/>
          </a:prstGeom>
        </p:spPr>
        <p:txBody>
          <a:bodyPr lIns="91425" tIns="91425" rIns="91425" bIns="91425" anchor="t" anchorCtr="0">
            <a:normAutofit/>
          </a:bodyPr>
          <a:lstStyle>
            <a:lvl1pPr marL="0" lvl="0" rtl="0">
              <a:spcBef>
                <a:spcPts val="0"/>
              </a:spcBef>
              <a:buClr>
                <a:srgbClr val="999999"/>
              </a:buClr>
              <a:buFont typeface="Georgia"/>
              <a:buNone/>
              <a:defRPr sz="2400" b="0" i="0">
                <a:solidFill>
                  <a:schemeClr val="bg2">
                    <a:lumMod val="25000"/>
                  </a:schemeClr>
                </a:solidFill>
                <a:latin typeface="+mn-lt"/>
                <a:ea typeface="Georgia"/>
                <a:cs typeface="Georgia"/>
                <a:sym typeface="Georgia"/>
              </a:defRPr>
            </a:lvl1pPr>
            <a:lvl2pPr lvl="1" rtl="0">
              <a:spcBef>
                <a:spcPts val="0"/>
              </a:spcBef>
              <a:buClr>
                <a:srgbClr val="999999"/>
              </a:buClr>
              <a:buSzPct val="100000"/>
              <a:buFont typeface="Georgia"/>
              <a:buNone/>
              <a:defRPr sz="4000" i="1">
                <a:solidFill>
                  <a:srgbClr val="999999"/>
                </a:solidFill>
                <a:latin typeface="Georgia"/>
                <a:ea typeface="Georgia"/>
                <a:cs typeface="Georgia"/>
                <a:sym typeface="Georgia"/>
              </a:defRPr>
            </a:lvl2pPr>
            <a:lvl3pPr lvl="2" rtl="0">
              <a:spcBef>
                <a:spcPts val="0"/>
              </a:spcBef>
              <a:buClr>
                <a:srgbClr val="999999"/>
              </a:buClr>
              <a:buSzPct val="100000"/>
              <a:buFont typeface="Georgia"/>
              <a:buNone/>
              <a:defRPr sz="4000" i="1">
                <a:solidFill>
                  <a:srgbClr val="999999"/>
                </a:solidFill>
                <a:latin typeface="Georgia"/>
                <a:ea typeface="Georgia"/>
                <a:cs typeface="Georgia"/>
                <a:sym typeface="Georgia"/>
              </a:defRPr>
            </a:lvl3pPr>
            <a:lvl4pPr lvl="3" rtl="0">
              <a:spcBef>
                <a:spcPts val="0"/>
              </a:spcBef>
              <a:buClr>
                <a:srgbClr val="999999"/>
              </a:buClr>
              <a:buSzPct val="100000"/>
              <a:buFont typeface="Georgia"/>
              <a:buNone/>
              <a:defRPr sz="4000" i="1">
                <a:solidFill>
                  <a:srgbClr val="999999"/>
                </a:solidFill>
                <a:latin typeface="Georgia"/>
                <a:ea typeface="Georgia"/>
                <a:cs typeface="Georgia"/>
                <a:sym typeface="Georgia"/>
              </a:defRPr>
            </a:lvl4pPr>
            <a:lvl5pPr lvl="4" rtl="0">
              <a:spcBef>
                <a:spcPts val="0"/>
              </a:spcBef>
              <a:buClr>
                <a:srgbClr val="999999"/>
              </a:buClr>
              <a:buSzPct val="100000"/>
              <a:buFont typeface="Georgia"/>
              <a:buNone/>
              <a:defRPr sz="4000" i="1">
                <a:solidFill>
                  <a:srgbClr val="999999"/>
                </a:solidFill>
                <a:latin typeface="Georgia"/>
                <a:ea typeface="Georgia"/>
                <a:cs typeface="Georgia"/>
                <a:sym typeface="Georgia"/>
              </a:defRPr>
            </a:lvl5pPr>
            <a:lvl6pPr lvl="5" rtl="0">
              <a:spcBef>
                <a:spcPts val="0"/>
              </a:spcBef>
              <a:buClr>
                <a:srgbClr val="999999"/>
              </a:buClr>
              <a:buSzPct val="100000"/>
              <a:buFont typeface="Georgia"/>
              <a:buNone/>
              <a:defRPr sz="4000" i="1">
                <a:solidFill>
                  <a:srgbClr val="999999"/>
                </a:solidFill>
                <a:latin typeface="Georgia"/>
                <a:ea typeface="Georgia"/>
                <a:cs typeface="Georgia"/>
                <a:sym typeface="Georgia"/>
              </a:defRPr>
            </a:lvl6pPr>
            <a:lvl7pPr lvl="6" rtl="0">
              <a:spcBef>
                <a:spcPts val="0"/>
              </a:spcBef>
              <a:buClr>
                <a:srgbClr val="999999"/>
              </a:buClr>
              <a:buSzPct val="100000"/>
              <a:buFont typeface="Georgia"/>
              <a:buNone/>
              <a:defRPr sz="4000" i="1">
                <a:solidFill>
                  <a:srgbClr val="999999"/>
                </a:solidFill>
                <a:latin typeface="Georgia"/>
                <a:ea typeface="Georgia"/>
                <a:cs typeface="Georgia"/>
                <a:sym typeface="Georgia"/>
              </a:defRPr>
            </a:lvl7pPr>
            <a:lvl8pPr lvl="7" rtl="0">
              <a:spcBef>
                <a:spcPts val="0"/>
              </a:spcBef>
              <a:buClr>
                <a:srgbClr val="999999"/>
              </a:buClr>
              <a:buSzPct val="100000"/>
              <a:buFont typeface="Georgia"/>
              <a:buNone/>
              <a:defRPr sz="4000" i="1">
                <a:solidFill>
                  <a:srgbClr val="999999"/>
                </a:solidFill>
                <a:latin typeface="Georgia"/>
                <a:ea typeface="Georgia"/>
                <a:cs typeface="Georgia"/>
                <a:sym typeface="Georgia"/>
              </a:defRPr>
            </a:lvl8pPr>
            <a:lvl9pPr lvl="8" rtl="0">
              <a:spcBef>
                <a:spcPts val="0"/>
              </a:spcBef>
              <a:buClr>
                <a:srgbClr val="999999"/>
              </a:buClr>
              <a:buSzPct val="100000"/>
              <a:buFont typeface="Georgia"/>
              <a:buNone/>
              <a:defRPr sz="4000" i="1">
                <a:solidFill>
                  <a:srgbClr val="999999"/>
                </a:solidFill>
                <a:latin typeface="Georgia"/>
                <a:ea typeface="Georgia"/>
                <a:cs typeface="Georgia"/>
                <a:sym typeface="Georgia"/>
              </a:defRPr>
            </a:lvl9pPr>
          </a:lstStyle>
          <a:p>
            <a:r>
              <a:rPr lang="en-US"/>
              <a:t>Click to edit Master subtitle style</a:t>
            </a:r>
            <a:endParaRPr dirty="0"/>
          </a:p>
        </p:txBody>
      </p:sp>
      <p:pic>
        <p:nvPicPr>
          <p:cNvPr id="8" name="Picture 7">
            <a:extLst>
              <a:ext uri="{FF2B5EF4-FFF2-40B4-BE49-F238E27FC236}">
                <a16:creationId xmlns:a16="http://schemas.microsoft.com/office/drawing/2014/main" id="{68ED340D-7F9B-4668-A038-36B79740A7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sp>
        <p:nvSpPr>
          <p:cNvPr id="7" name="Shape 8"/>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accent2"/>
                </a:solidFill>
              </a:defRPr>
            </a:lvl1pPr>
          </a:lstStyle>
          <a:p>
            <a:fld id="{BE94C7E4-063C-489C-858A-DF1075A66E82}" type="slidenum">
              <a:rPr lang="en-CA" smtClean="0"/>
              <a:t>‹#›</a:t>
            </a:fld>
            <a:endParaRPr lang="en-CA"/>
          </a:p>
        </p:txBody>
      </p:sp>
      <p:sp>
        <p:nvSpPr>
          <p:cNvPr id="9" name="Content Placeholder 3">
            <a:extLst>
              <a:ext uri="{FF2B5EF4-FFF2-40B4-BE49-F238E27FC236}">
                <a16:creationId xmlns:a16="http://schemas.microsoft.com/office/drawing/2014/main" id="{A40F3965-BF00-40C4-B5CF-551B14F5F58B}"/>
              </a:ext>
            </a:extLst>
          </p:cNvPr>
          <p:cNvSpPr>
            <a:spLocks noGrp="1"/>
          </p:cNvSpPr>
          <p:nvPr>
            <p:ph sz="quarter" idx="13"/>
          </p:nvPr>
        </p:nvSpPr>
        <p:spPr>
          <a:xfrm>
            <a:off x="4240213" y="314325"/>
            <a:ext cx="7653207" cy="5927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4115676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 2 columns with intro text - Dark Teal">
    <p:bg>
      <p:bgPr>
        <a:solidFill>
          <a:srgbClr val="002E38"/>
        </a:solidFill>
        <a:effectLst/>
      </p:bgPr>
    </p:bg>
    <p:spTree>
      <p:nvGrpSpPr>
        <p:cNvPr id="1" name="Shape 45"/>
        <p:cNvGrpSpPr/>
        <p:nvPr/>
      </p:nvGrpSpPr>
      <p:grpSpPr>
        <a:xfrm>
          <a:off x="0" y="0"/>
          <a:ext cx="0" cy="0"/>
          <a:chOff x="0" y="0"/>
          <a:chExt cx="0" cy="0"/>
        </a:xfrm>
      </p:grpSpPr>
      <p:sp>
        <p:nvSpPr>
          <p:cNvPr id="47" name="Shape 47"/>
          <p:cNvSpPr/>
          <p:nvPr/>
        </p:nvSpPr>
        <p:spPr>
          <a:xfrm>
            <a:off x="3620278" y="0"/>
            <a:ext cx="8571722"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49" name="Shape 49"/>
          <p:cNvSpPr txBox="1">
            <a:spLocks noGrp="1"/>
          </p:cNvSpPr>
          <p:nvPr>
            <p:ph type="body" idx="1"/>
          </p:nvPr>
        </p:nvSpPr>
        <p:spPr>
          <a:xfrm>
            <a:off x="4226767" y="767333"/>
            <a:ext cx="7657322" cy="1610400"/>
          </a:xfrm>
          <a:prstGeom prst="rect">
            <a:avLst/>
          </a:prstGeom>
        </p:spPr>
        <p:txBody>
          <a:bodyPr lIns="91425" tIns="91425" rIns="91425" bIns="91425" anchor="t" anchorCtr="0">
            <a:normAutofit/>
          </a:bodyPr>
          <a:lstStyle>
            <a:lvl1pPr marL="0" lvl="0" indent="0" rtl="0">
              <a:spcBef>
                <a:spcPts val="0"/>
              </a:spcBef>
              <a:buClr>
                <a:srgbClr val="F67031"/>
              </a:buClr>
              <a:buSzPct val="100000"/>
              <a:buFont typeface="Georgia"/>
              <a:buNone/>
              <a:defRPr sz="2400" b="0" i="0" baseline="0">
                <a:solidFill>
                  <a:srgbClr val="DB5D00"/>
                </a:solidFill>
                <a:latin typeface="+mj-lt"/>
                <a:ea typeface="Arial" panose="020B0604020202020204" pitchFamily="34" charset="0"/>
                <a:cs typeface="Arial" panose="020B0604020202020204" pitchFamily="34" charset="0"/>
                <a:sym typeface="Georgia"/>
              </a:defRPr>
            </a:lvl1pPr>
            <a:lvl2pPr lvl="1" rtl="0">
              <a:spcBef>
                <a:spcPts val="0"/>
              </a:spcBef>
              <a:buClr>
                <a:srgbClr val="F67031"/>
              </a:buClr>
              <a:buSzPct val="100000"/>
              <a:buFont typeface="Georgia"/>
              <a:defRPr sz="2133" i="1">
                <a:solidFill>
                  <a:srgbClr val="F67031"/>
                </a:solidFill>
                <a:latin typeface="Georgia"/>
                <a:ea typeface="Georgia"/>
                <a:cs typeface="Georgia"/>
                <a:sym typeface="Georgia"/>
              </a:defRPr>
            </a:lvl2pPr>
            <a:lvl3pPr lvl="2" rtl="0">
              <a:spcBef>
                <a:spcPts val="0"/>
              </a:spcBef>
              <a:buClr>
                <a:srgbClr val="F67031"/>
              </a:buClr>
              <a:buSzPct val="100000"/>
              <a:buFont typeface="Georgia"/>
              <a:defRPr sz="2133" i="1">
                <a:solidFill>
                  <a:srgbClr val="F67031"/>
                </a:solidFill>
                <a:latin typeface="Georgia"/>
                <a:ea typeface="Georgia"/>
                <a:cs typeface="Georgia"/>
                <a:sym typeface="Georgia"/>
              </a:defRPr>
            </a:lvl3pPr>
            <a:lvl4pPr lvl="3" rtl="0">
              <a:spcBef>
                <a:spcPts val="0"/>
              </a:spcBef>
              <a:buClr>
                <a:srgbClr val="F67031"/>
              </a:buClr>
              <a:buSzPct val="100000"/>
              <a:buFont typeface="Georgia"/>
              <a:defRPr sz="2133" i="1">
                <a:solidFill>
                  <a:srgbClr val="F67031"/>
                </a:solidFill>
                <a:latin typeface="Georgia"/>
                <a:ea typeface="Georgia"/>
                <a:cs typeface="Georgia"/>
                <a:sym typeface="Georgia"/>
              </a:defRPr>
            </a:lvl4pPr>
            <a:lvl5pPr lvl="4" rtl="0">
              <a:spcBef>
                <a:spcPts val="0"/>
              </a:spcBef>
              <a:buClr>
                <a:srgbClr val="F67031"/>
              </a:buClr>
              <a:buSzPct val="100000"/>
              <a:buFont typeface="Georgia"/>
              <a:defRPr sz="2133" i="1">
                <a:solidFill>
                  <a:srgbClr val="F67031"/>
                </a:solidFill>
                <a:latin typeface="Georgia"/>
                <a:ea typeface="Georgia"/>
                <a:cs typeface="Georgia"/>
                <a:sym typeface="Georgia"/>
              </a:defRPr>
            </a:lvl5pPr>
            <a:lvl6pPr lvl="5" rtl="0">
              <a:spcBef>
                <a:spcPts val="0"/>
              </a:spcBef>
              <a:buClr>
                <a:srgbClr val="F67031"/>
              </a:buClr>
              <a:buSzPct val="100000"/>
              <a:buFont typeface="Georgia"/>
              <a:defRPr sz="2133" i="1">
                <a:solidFill>
                  <a:srgbClr val="F67031"/>
                </a:solidFill>
                <a:latin typeface="Georgia"/>
                <a:ea typeface="Georgia"/>
                <a:cs typeface="Georgia"/>
                <a:sym typeface="Georgia"/>
              </a:defRPr>
            </a:lvl6pPr>
            <a:lvl7pPr lvl="6" rtl="0">
              <a:spcBef>
                <a:spcPts val="0"/>
              </a:spcBef>
              <a:buClr>
                <a:srgbClr val="F67031"/>
              </a:buClr>
              <a:buSzPct val="100000"/>
              <a:buFont typeface="Georgia"/>
              <a:defRPr sz="2133" i="1">
                <a:solidFill>
                  <a:srgbClr val="F67031"/>
                </a:solidFill>
                <a:latin typeface="Georgia"/>
                <a:ea typeface="Georgia"/>
                <a:cs typeface="Georgia"/>
                <a:sym typeface="Georgia"/>
              </a:defRPr>
            </a:lvl7pPr>
            <a:lvl8pPr lvl="7" rtl="0">
              <a:spcBef>
                <a:spcPts val="0"/>
              </a:spcBef>
              <a:buClr>
                <a:srgbClr val="F67031"/>
              </a:buClr>
              <a:buSzPct val="100000"/>
              <a:buFont typeface="Georgia"/>
              <a:defRPr sz="2133" i="1">
                <a:solidFill>
                  <a:srgbClr val="F67031"/>
                </a:solidFill>
                <a:latin typeface="Georgia"/>
                <a:ea typeface="Georgia"/>
                <a:cs typeface="Georgia"/>
                <a:sym typeface="Georgia"/>
              </a:defRPr>
            </a:lvl8pPr>
            <a:lvl9pPr lvl="8" rtl="0">
              <a:spcBef>
                <a:spcPts val="0"/>
              </a:spcBef>
              <a:buClr>
                <a:srgbClr val="F67031"/>
              </a:buClr>
              <a:buSzPct val="100000"/>
              <a:buFont typeface="Georgia"/>
              <a:defRPr sz="2133" i="1">
                <a:solidFill>
                  <a:srgbClr val="F67031"/>
                </a:solidFill>
                <a:latin typeface="Georgia"/>
                <a:ea typeface="Georgia"/>
                <a:cs typeface="Georgia"/>
                <a:sym typeface="Georgia"/>
              </a:defRPr>
            </a:lvl9pPr>
          </a:lstStyle>
          <a:p>
            <a:pPr lvl="0"/>
            <a:r>
              <a:rPr lang="en-US" dirty="0"/>
              <a:t>Click to edit Master text styles</a:t>
            </a:r>
          </a:p>
        </p:txBody>
      </p:sp>
      <p:sp>
        <p:nvSpPr>
          <p:cNvPr id="51" name="Shape 51"/>
          <p:cNvSpPr txBox="1">
            <a:spLocks noGrp="1"/>
          </p:cNvSpPr>
          <p:nvPr>
            <p:ph type="body" idx="2"/>
          </p:nvPr>
        </p:nvSpPr>
        <p:spPr>
          <a:xfrm>
            <a:off x="4226766" y="2672433"/>
            <a:ext cx="3719803" cy="3402800"/>
          </a:xfrm>
          <a:prstGeom prst="rect">
            <a:avLst/>
          </a:prstGeom>
        </p:spPr>
        <p:txBody>
          <a:bodyPr lIns="91425" tIns="91425" rIns="91425" bIns="91425" anchor="t" anchorCtr="0">
            <a:normAutofit/>
          </a:bodyPr>
          <a:lstStyle>
            <a:lvl1pPr marL="228594" lvl="0" indent="-228594" rtl="0">
              <a:lnSpc>
                <a:spcPct val="100000"/>
              </a:lnSpc>
              <a:spcBef>
                <a:spcPts val="0"/>
              </a:spcBef>
              <a:buClr>
                <a:srgbClr val="DB5D00"/>
              </a:buClr>
              <a:buSzPct val="100000"/>
              <a:buFont typeface="Arial" panose="020B0604020202020204" pitchFamily="34" charset="0"/>
              <a:buChar char="•"/>
              <a:defRPr sz="1800" b="0" i="0">
                <a:latin typeface="IBM Plex Sans" panose="020B0503050203000203" pitchFamily="34" charset="0"/>
              </a:defRPr>
            </a:lvl1pPr>
            <a:lvl2pPr lvl="1" rtl="0">
              <a:spcBef>
                <a:spcPts val="0"/>
              </a:spcBef>
              <a:buSzPct val="100000"/>
              <a:defRPr sz="1467"/>
            </a:lvl2pPr>
            <a:lvl3pPr lvl="2" rtl="0">
              <a:spcBef>
                <a:spcPts val="0"/>
              </a:spcBef>
              <a:buSzPct val="100000"/>
              <a:defRPr sz="1467"/>
            </a:lvl3pPr>
            <a:lvl4pPr lvl="3" rtl="0">
              <a:spcBef>
                <a:spcPts val="0"/>
              </a:spcBef>
              <a:buSzPct val="100000"/>
              <a:defRPr sz="1467"/>
            </a:lvl4pPr>
            <a:lvl5pPr lvl="4" rtl="0">
              <a:spcBef>
                <a:spcPts val="0"/>
              </a:spcBef>
              <a:buSzPct val="100000"/>
              <a:defRPr sz="1467"/>
            </a:lvl5pPr>
            <a:lvl6pPr lvl="5" rtl="0">
              <a:spcBef>
                <a:spcPts val="0"/>
              </a:spcBef>
              <a:buSzPct val="100000"/>
              <a:defRPr sz="1467"/>
            </a:lvl6pPr>
            <a:lvl7pPr lvl="6" rtl="0">
              <a:spcBef>
                <a:spcPts val="0"/>
              </a:spcBef>
              <a:buSzPct val="100000"/>
              <a:defRPr sz="1467"/>
            </a:lvl7pPr>
            <a:lvl8pPr lvl="7" rtl="0">
              <a:spcBef>
                <a:spcPts val="0"/>
              </a:spcBef>
              <a:buSzPct val="100000"/>
              <a:defRPr sz="1467"/>
            </a:lvl8pPr>
            <a:lvl9pPr lvl="8" rtl="0">
              <a:spcBef>
                <a:spcPts val="0"/>
              </a:spcBef>
              <a:buSzPct val="100000"/>
              <a:defRPr sz="1467"/>
            </a:lvl9pPr>
          </a:lstStyle>
          <a:p>
            <a:pPr lvl="0"/>
            <a:r>
              <a:rPr lang="en-US" dirty="0"/>
              <a:t>Click to edit Master text styles</a:t>
            </a:r>
          </a:p>
        </p:txBody>
      </p:sp>
      <p:sp>
        <p:nvSpPr>
          <p:cNvPr id="52" name="Shape 52"/>
          <p:cNvSpPr txBox="1">
            <a:spLocks noGrp="1"/>
          </p:cNvSpPr>
          <p:nvPr>
            <p:ph type="body" idx="3"/>
          </p:nvPr>
        </p:nvSpPr>
        <p:spPr>
          <a:xfrm>
            <a:off x="8164285" y="2672433"/>
            <a:ext cx="3719803" cy="3402800"/>
          </a:xfrm>
          <a:prstGeom prst="rect">
            <a:avLst/>
          </a:prstGeom>
        </p:spPr>
        <p:txBody>
          <a:bodyPr lIns="91425" tIns="91425" rIns="91425" bIns="91425" anchor="t" anchorCtr="0">
            <a:normAutofit/>
          </a:bodyPr>
          <a:lstStyle>
            <a:lvl1pPr marL="228594" lvl="0" indent="-228594" rtl="0">
              <a:spcBef>
                <a:spcPts val="0"/>
              </a:spcBef>
              <a:buClr>
                <a:srgbClr val="DB5D00"/>
              </a:buClr>
              <a:buSzPct val="100000"/>
              <a:buFont typeface="Arial" panose="020B0604020202020204" pitchFamily="34" charset="0"/>
              <a:buChar char="•"/>
              <a:defRPr sz="1800" b="0" i="0">
                <a:latin typeface="IBM Plex Sans" panose="020B0503050203000203" pitchFamily="34" charset="0"/>
              </a:defRPr>
            </a:lvl1pPr>
            <a:lvl2pPr lvl="1" rtl="0">
              <a:spcBef>
                <a:spcPts val="0"/>
              </a:spcBef>
              <a:buSzPct val="100000"/>
              <a:defRPr sz="1467"/>
            </a:lvl2pPr>
            <a:lvl3pPr lvl="2" rtl="0">
              <a:spcBef>
                <a:spcPts val="0"/>
              </a:spcBef>
              <a:buSzPct val="100000"/>
              <a:defRPr sz="1467"/>
            </a:lvl3pPr>
            <a:lvl4pPr lvl="3" rtl="0">
              <a:spcBef>
                <a:spcPts val="0"/>
              </a:spcBef>
              <a:buSzPct val="100000"/>
              <a:defRPr sz="1467"/>
            </a:lvl4pPr>
            <a:lvl5pPr lvl="4" rtl="0">
              <a:spcBef>
                <a:spcPts val="0"/>
              </a:spcBef>
              <a:buSzPct val="100000"/>
              <a:defRPr sz="1467"/>
            </a:lvl5pPr>
            <a:lvl6pPr lvl="5" rtl="0">
              <a:spcBef>
                <a:spcPts val="0"/>
              </a:spcBef>
              <a:buSzPct val="100000"/>
              <a:defRPr sz="1467"/>
            </a:lvl6pPr>
            <a:lvl7pPr lvl="6" rtl="0">
              <a:spcBef>
                <a:spcPts val="0"/>
              </a:spcBef>
              <a:buSzPct val="100000"/>
              <a:defRPr sz="1467"/>
            </a:lvl7pPr>
            <a:lvl8pPr lvl="7" rtl="0">
              <a:spcBef>
                <a:spcPts val="0"/>
              </a:spcBef>
              <a:buSzPct val="100000"/>
              <a:defRPr sz="1467"/>
            </a:lvl8pPr>
            <a:lvl9pPr lvl="8" rtl="0">
              <a:spcBef>
                <a:spcPts val="0"/>
              </a:spcBef>
              <a:buSzPct val="100000"/>
              <a:defRPr sz="1467"/>
            </a:lvl9pPr>
          </a:lstStyle>
          <a:p>
            <a:pPr lvl="0"/>
            <a:r>
              <a:rPr lang="en-US" dirty="0"/>
              <a:t>Click to edit Master text styles</a:t>
            </a:r>
          </a:p>
        </p:txBody>
      </p:sp>
      <p:sp>
        <p:nvSpPr>
          <p:cNvPr id="11" name="Shape 35">
            <a:extLst>
              <a:ext uri="{FF2B5EF4-FFF2-40B4-BE49-F238E27FC236}">
                <a16:creationId xmlns:a16="http://schemas.microsoft.com/office/drawing/2014/main" id="{838AFF58-BBCA-46AF-B19F-044D5DC1A3EB}"/>
              </a:ext>
            </a:extLst>
          </p:cNvPr>
          <p:cNvSpPr txBox="1">
            <a:spLocks noGrp="1"/>
          </p:cNvSpPr>
          <p:nvPr>
            <p:ph type="title"/>
          </p:nvPr>
        </p:nvSpPr>
        <p:spPr>
          <a:xfrm>
            <a:off x="307911" y="767333"/>
            <a:ext cx="2743200" cy="5308000"/>
          </a:xfrm>
          <a:prstGeom prst="rect">
            <a:avLst/>
          </a:prstGeom>
        </p:spPr>
        <p:txBody>
          <a:bodyPr lIns="91425" tIns="91425" rIns="91425" bIns="91425" anchor="t" anchorCtr="0"/>
          <a:lstStyle>
            <a:lvl1pPr marL="0" lvl="0" indent="0">
              <a:spcBef>
                <a:spcPts val="0"/>
              </a:spcBef>
              <a:defRPr b="0" i="0">
                <a:solidFill>
                  <a:schemeClr val="bg1"/>
                </a:solidFill>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dirty="0"/>
              <a:t>Click to edit Master title style</a:t>
            </a:r>
            <a:endParaRPr dirty="0"/>
          </a:p>
        </p:txBody>
      </p:sp>
      <p:sp>
        <p:nvSpPr>
          <p:cNvPr id="12" name="Shape 8">
            <a:extLst>
              <a:ext uri="{FF2B5EF4-FFF2-40B4-BE49-F238E27FC236}">
                <a16:creationId xmlns:a16="http://schemas.microsoft.com/office/drawing/2014/main" id="{48C5EF98-9AA3-40DA-8046-5257AF1AC6EA}"/>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E94C7E4-063C-489C-858A-DF1075A66E82}" type="slidenum">
              <a:rPr lang="en-CA" smtClean="0"/>
              <a:t>‹#›</a:t>
            </a:fld>
            <a:endParaRPr lang="en-CA"/>
          </a:p>
        </p:txBody>
      </p:sp>
      <p:pic>
        <p:nvPicPr>
          <p:cNvPr id="3" name="Picture 2">
            <a:extLst>
              <a:ext uri="{FF2B5EF4-FFF2-40B4-BE49-F238E27FC236}">
                <a16:creationId xmlns:a16="http://schemas.microsoft.com/office/drawing/2014/main" id="{BC4DDB6F-92FB-4DEE-AE37-8D0087CE4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0203" y="6217130"/>
            <a:ext cx="1194085" cy="540000"/>
          </a:xfrm>
          <a:prstGeom prst="rect">
            <a:avLst/>
          </a:prstGeom>
        </p:spPr>
      </p:pic>
    </p:spTree>
    <p:extLst>
      <p:ext uri="{BB962C8B-B14F-4D97-AF65-F5344CB8AC3E}">
        <p14:creationId xmlns:p14="http://schemas.microsoft.com/office/powerpoint/2010/main" val="3083945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1 block with intro text - Orange">
    <p:bg>
      <p:bgPr>
        <a:solidFill>
          <a:schemeClr val="accent1"/>
        </a:solidFill>
        <a:effectLst/>
      </p:bgPr>
    </p:bg>
    <p:spTree>
      <p:nvGrpSpPr>
        <p:cNvPr id="1" name="Shape 45"/>
        <p:cNvGrpSpPr/>
        <p:nvPr/>
      </p:nvGrpSpPr>
      <p:grpSpPr>
        <a:xfrm>
          <a:off x="0" y="0"/>
          <a:ext cx="0" cy="0"/>
          <a:chOff x="0" y="0"/>
          <a:chExt cx="0" cy="0"/>
        </a:xfrm>
      </p:grpSpPr>
      <p:sp>
        <p:nvSpPr>
          <p:cNvPr id="47" name="Shape 47"/>
          <p:cNvSpPr/>
          <p:nvPr/>
        </p:nvSpPr>
        <p:spPr>
          <a:xfrm>
            <a:off x="3620278" y="0"/>
            <a:ext cx="8571722"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49" name="Shape 49"/>
          <p:cNvSpPr txBox="1">
            <a:spLocks noGrp="1"/>
          </p:cNvSpPr>
          <p:nvPr>
            <p:ph type="body" idx="1"/>
          </p:nvPr>
        </p:nvSpPr>
        <p:spPr>
          <a:xfrm>
            <a:off x="4226767" y="767333"/>
            <a:ext cx="7657322" cy="1610400"/>
          </a:xfrm>
          <a:prstGeom prst="rect">
            <a:avLst/>
          </a:prstGeom>
        </p:spPr>
        <p:txBody>
          <a:bodyPr lIns="91425" tIns="91425" rIns="91425" bIns="91425" anchor="t" anchorCtr="0">
            <a:normAutofit/>
          </a:bodyPr>
          <a:lstStyle>
            <a:lvl1pPr marL="0" lvl="0" indent="0" rtl="0">
              <a:spcBef>
                <a:spcPts val="0"/>
              </a:spcBef>
              <a:buClr>
                <a:srgbClr val="F67031"/>
              </a:buClr>
              <a:buSzPct val="100000"/>
              <a:buFont typeface="Georgia"/>
              <a:buNone/>
              <a:defRPr sz="2400" b="0" i="0" baseline="0">
                <a:solidFill>
                  <a:srgbClr val="DB5D00"/>
                </a:solidFill>
                <a:latin typeface="+mj-lt"/>
                <a:ea typeface="Arial" panose="020B0604020202020204" pitchFamily="34" charset="0"/>
                <a:cs typeface="Arial" panose="020B0604020202020204" pitchFamily="34" charset="0"/>
                <a:sym typeface="Georgia"/>
              </a:defRPr>
            </a:lvl1pPr>
            <a:lvl2pPr lvl="1" rtl="0">
              <a:spcBef>
                <a:spcPts val="0"/>
              </a:spcBef>
              <a:buClr>
                <a:srgbClr val="F67031"/>
              </a:buClr>
              <a:buSzPct val="100000"/>
              <a:buFont typeface="Georgia"/>
              <a:defRPr sz="2133" i="1">
                <a:solidFill>
                  <a:srgbClr val="F67031"/>
                </a:solidFill>
                <a:latin typeface="Georgia"/>
                <a:ea typeface="Georgia"/>
                <a:cs typeface="Georgia"/>
                <a:sym typeface="Georgia"/>
              </a:defRPr>
            </a:lvl2pPr>
            <a:lvl3pPr lvl="2" rtl="0">
              <a:spcBef>
                <a:spcPts val="0"/>
              </a:spcBef>
              <a:buClr>
                <a:srgbClr val="F67031"/>
              </a:buClr>
              <a:buSzPct val="100000"/>
              <a:buFont typeface="Georgia"/>
              <a:defRPr sz="2133" i="1">
                <a:solidFill>
                  <a:srgbClr val="F67031"/>
                </a:solidFill>
                <a:latin typeface="Georgia"/>
                <a:ea typeface="Georgia"/>
                <a:cs typeface="Georgia"/>
                <a:sym typeface="Georgia"/>
              </a:defRPr>
            </a:lvl3pPr>
            <a:lvl4pPr lvl="3" rtl="0">
              <a:spcBef>
                <a:spcPts val="0"/>
              </a:spcBef>
              <a:buClr>
                <a:srgbClr val="F67031"/>
              </a:buClr>
              <a:buSzPct val="100000"/>
              <a:buFont typeface="Georgia"/>
              <a:defRPr sz="2133" i="1">
                <a:solidFill>
                  <a:srgbClr val="F67031"/>
                </a:solidFill>
                <a:latin typeface="Georgia"/>
                <a:ea typeface="Georgia"/>
                <a:cs typeface="Georgia"/>
                <a:sym typeface="Georgia"/>
              </a:defRPr>
            </a:lvl4pPr>
            <a:lvl5pPr lvl="4" rtl="0">
              <a:spcBef>
                <a:spcPts val="0"/>
              </a:spcBef>
              <a:buClr>
                <a:srgbClr val="F67031"/>
              </a:buClr>
              <a:buSzPct val="100000"/>
              <a:buFont typeface="Georgia"/>
              <a:defRPr sz="2133" i="1">
                <a:solidFill>
                  <a:srgbClr val="F67031"/>
                </a:solidFill>
                <a:latin typeface="Georgia"/>
                <a:ea typeface="Georgia"/>
                <a:cs typeface="Georgia"/>
                <a:sym typeface="Georgia"/>
              </a:defRPr>
            </a:lvl5pPr>
            <a:lvl6pPr lvl="5" rtl="0">
              <a:spcBef>
                <a:spcPts val="0"/>
              </a:spcBef>
              <a:buClr>
                <a:srgbClr val="F67031"/>
              </a:buClr>
              <a:buSzPct val="100000"/>
              <a:buFont typeface="Georgia"/>
              <a:defRPr sz="2133" i="1">
                <a:solidFill>
                  <a:srgbClr val="F67031"/>
                </a:solidFill>
                <a:latin typeface="Georgia"/>
                <a:ea typeface="Georgia"/>
                <a:cs typeface="Georgia"/>
                <a:sym typeface="Georgia"/>
              </a:defRPr>
            </a:lvl6pPr>
            <a:lvl7pPr lvl="6" rtl="0">
              <a:spcBef>
                <a:spcPts val="0"/>
              </a:spcBef>
              <a:buClr>
                <a:srgbClr val="F67031"/>
              </a:buClr>
              <a:buSzPct val="100000"/>
              <a:buFont typeface="Georgia"/>
              <a:defRPr sz="2133" i="1">
                <a:solidFill>
                  <a:srgbClr val="F67031"/>
                </a:solidFill>
                <a:latin typeface="Georgia"/>
                <a:ea typeface="Georgia"/>
                <a:cs typeface="Georgia"/>
                <a:sym typeface="Georgia"/>
              </a:defRPr>
            </a:lvl7pPr>
            <a:lvl8pPr lvl="7" rtl="0">
              <a:spcBef>
                <a:spcPts val="0"/>
              </a:spcBef>
              <a:buClr>
                <a:srgbClr val="F67031"/>
              </a:buClr>
              <a:buSzPct val="100000"/>
              <a:buFont typeface="Georgia"/>
              <a:defRPr sz="2133" i="1">
                <a:solidFill>
                  <a:srgbClr val="F67031"/>
                </a:solidFill>
                <a:latin typeface="Georgia"/>
                <a:ea typeface="Georgia"/>
                <a:cs typeface="Georgia"/>
                <a:sym typeface="Georgia"/>
              </a:defRPr>
            </a:lvl8pPr>
            <a:lvl9pPr lvl="8" rtl="0">
              <a:spcBef>
                <a:spcPts val="0"/>
              </a:spcBef>
              <a:buClr>
                <a:srgbClr val="F67031"/>
              </a:buClr>
              <a:buSzPct val="100000"/>
              <a:buFont typeface="Georgia"/>
              <a:defRPr sz="2133" i="1">
                <a:solidFill>
                  <a:srgbClr val="F67031"/>
                </a:solidFill>
                <a:latin typeface="Georgia"/>
                <a:ea typeface="Georgia"/>
                <a:cs typeface="Georgia"/>
                <a:sym typeface="Georgia"/>
              </a:defRPr>
            </a:lvl9pPr>
          </a:lstStyle>
          <a:p>
            <a:pPr lvl="0"/>
            <a:r>
              <a:rPr lang="en-US" dirty="0"/>
              <a:t>Click to edit Master text styles</a:t>
            </a:r>
          </a:p>
        </p:txBody>
      </p:sp>
      <p:sp>
        <p:nvSpPr>
          <p:cNvPr id="11" name="Shape 35">
            <a:extLst>
              <a:ext uri="{FF2B5EF4-FFF2-40B4-BE49-F238E27FC236}">
                <a16:creationId xmlns:a16="http://schemas.microsoft.com/office/drawing/2014/main" id="{838AFF58-BBCA-46AF-B19F-044D5DC1A3EB}"/>
              </a:ext>
            </a:extLst>
          </p:cNvPr>
          <p:cNvSpPr txBox="1">
            <a:spLocks noGrp="1"/>
          </p:cNvSpPr>
          <p:nvPr>
            <p:ph type="title"/>
          </p:nvPr>
        </p:nvSpPr>
        <p:spPr>
          <a:xfrm>
            <a:off x="307911" y="767333"/>
            <a:ext cx="2743200" cy="5308000"/>
          </a:xfrm>
          <a:prstGeom prst="rect">
            <a:avLst/>
          </a:prstGeom>
        </p:spPr>
        <p:txBody>
          <a:bodyPr lIns="91425" tIns="91425" rIns="91425" bIns="91425" anchor="t" anchorCtr="0"/>
          <a:lstStyle>
            <a:lvl1pPr marL="0" lvl="0" indent="0">
              <a:spcBef>
                <a:spcPts val="0"/>
              </a:spcBef>
              <a:defRPr b="0" i="0">
                <a:solidFill>
                  <a:schemeClr val="bg1"/>
                </a:solidFill>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a:t>Click to edit Master title style</a:t>
            </a:r>
            <a:endParaRPr dirty="0"/>
          </a:p>
        </p:txBody>
      </p:sp>
      <p:sp>
        <p:nvSpPr>
          <p:cNvPr id="12" name="Shape 8">
            <a:extLst>
              <a:ext uri="{FF2B5EF4-FFF2-40B4-BE49-F238E27FC236}">
                <a16:creationId xmlns:a16="http://schemas.microsoft.com/office/drawing/2014/main" id="{48C5EF98-9AA3-40DA-8046-5257AF1AC6EA}"/>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E94C7E4-063C-489C-858A-DF1075A66E82}" type="slidenum">
              <a:rPr lang="en-CA" smtClean="0"/>
              <a:t>‹#›</a:t>
            </a:fld>
            <a:endParaRPr lang="en-CA"/>
          </a:p>
        </p:txBody>
      </p:sp>
      <p:pic>
        <p:nvPicPr>
          <p:cNvPr id="8" name="Picture 7">
            <a:extLst>
              <a:ext uri="{FF2B5EF4-FFF2-40B4-BE49-F238E27FC236}">
                <a16:creationId xmlns:a16="http://schemas.microsoft.com/office/drawing/2014/main" id="{B07886F4-0E43-420A-A070-F1D28B8C9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0203" y="6217130"/>
            <a:ext cx="1194085" cy="540000"/>
          </a:xfrm>
          <a:prstGeom prst="rect">
            <a:avLst/>
          </a:prstGeom>
        </p:spPr>
      </p:pic>
      <p:sp>
        <p:nvSpPr>
          <p:cNvPr id="3" name="Content Placeholder 2">
            <a:extLst>
              <a:ext uri="{FF2B5EF4-FFF2-40B4-BE49-F238E27FC236}">
                <a16:creationId xmlns:a16="http://schemas.microsoft.com/office/drawing/2014/main" id="{6069A5EC-89FD-48D9-98AE-44671FBE7DC9}"/>
              </a:ext>
            </a:extLst>
          </p:cNvPr>
          <p:cNvSpPr>
            <a:spLocks noGrp="1"/>
          </p:cNvSpPr>
          <p:nvPr>
            <p:ph sz="quarter" idx="13"/>
          </p:nvPr>
        </p:nvSpPr>
        <p:spPr>
          <a:xfrm>
            <a:off x="4227513" y="2465388"/>
            <a:ext cx="7656512" cy="360997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1345390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itle + 2 blocks with intro text - Brand Teal">
    <p:bg>
      <p:bgPr>
        <a:solidFill>
          <a:schemeClr val="accent3"/>
        </a:solidFill>
        <a:effectLst/>
      </p:bgPr>
    </p:bg>
    <p:spTree>
      <p:nvGrpSpPr>
        <p:cNvPr id="1" name="Shape 45"/>
        <p:cNvGrpSpPr/>
        <p:nvPr/>
      </p:nvGrpSpPr>
      <p:grpSpPr>
        <a:xfrm>
          <a:off x="0" y="0"/>
          <a:ext cx="0" cy="0"/>
          <a:chOff x="0" y="0"/>
          <a:chExt cx="0" cy="0"/>
        </a:xfrm>
      </p:grpSpPr>
      <p:sp>
        <p:nvSpPr>
          <p:cNvPr id="47" name="Shape 47"/>
          <p:cNvSpPr/>
          <p:nvPr/>
        </p:nvSpPr>
        <p:spPr>
          <a:xfrm>
            <a:off x="3620278" y="0"/>
            <a:ext cx="8571722"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49" name="Shape 49"/>
          <p:cNvSpPr txBox="1">
            <a:spLocks noGrp="1"/>
          </p:cNvSpPr>
          <p:nvPr>
            <p:ph type="body" idx="1"/>
          </p:nvPr>
        </p:nvSpPr>
        <p:spPr>
          <a:xfrm>
            <a:off x="4226767" y="767333"/>
            <a:ext cx="7657322" cy="1610400"/>
          </a:xfrm>
          <a:prstGeom prst="rect">
            <a:avLst/>
          </a:prstGeom>
        </p:spPr>
        <p:txBody>
          <a:bodyPr lIns="91425" tIns="91425" rIns="91425" bIns="91425" anchor="t" anchorCtr="0">
            <a:normAutofit/>
          </a:bodyPr>
          <a:lstStyle>
            <a:lvl1pPr marL="0" lvl="0" indent="0" rtl="0">
              <a:spcBef>
                <a:spcPts val="0"/>
              </a:spcBef>
              <a:buClr>
                <a:srgbClr val="F67031"/>
              </a:buClr>
              <a:buSzPct val="100000"/>
              <a:buFont typeface="Georgia"/>
              <a:buNone/>
              <a:defRPr sz="2400" b="0" i="0" baseline="0">
                <a:solidFill>
                  <a:srgbClr val="DB5D00"/>
                </a:solidFill>
                <a:latin typeface="+mj-lt"/>
                <a:ea typeface="Arial" panose="020B0604020202020204" pitchFamily="34" charset="0"/>
                <a:cs typeface="Arial" panose="020B0604020202020204" pitchFamily="34" charset="0"/>
                <a:sym typeface="Georgia"/>
              </a:defRPr>
            </a:lvl1pPr>
            <a:lvl2pPr lvl="1" rtl="0">
              <a:spcBef>
                <a:spcPts val="0"/>
              </a:spcBef>
              <a:buClr>
                <a:srgbClr val="F67031"/>
              </a:buClr>
              <a:buSzPct val="100000"/>
              <a:buFont typeface="Georgia"/>
              <a:defRPr sz="2133" i="1">
                <a:solidFill>
                  <a:srgbClr val="F67031"/>
                </a:solidFill>
                <a:latin typeface="Georgia"/>
                <a:ea typeface="Georgia"/>
                <a:cs typeface="Georgia"/>
                <a:sym typeface="Georgia"/>
              </a:defRPr>
            </a:lvl2pPr>
            <a:lvl3pPr lvl="2" rtl="0">
              <a:spcBef>
                <a:spcPts val="0"/>
              </a:spcBef>
              <a:buClr>
                <a:srgbClr val="F67031"/>
              </a:buClr>
              <a:buSzPct val="100000"/>
              <a:buFont typeface="Georgia"/>
              <a:defRPr sz="2133" i="1">
                <a:solidFill>
                  <a:srgbClr val="F67031"/>
                </a:solidFill>
                <a:latin typeface="Georgia"/>
                <a:ea typeface="Georgia"/>
                <a:cs typeface="Georgia"/>
                <a:sym typeface="Georgia"/>
              </a:defRPr>
            </a:lvl3pPr>
            <a:lvl4pPr lvl="3" rtl="0">
              <a:spcBef>
                <a:spcPts val="0"/>
              </a:spcBef>
              <a:buClr>
                <a:srgbClr val="F67031"/>
              </a:buClr>
              <a:buSzPct val="100000"/>
              <a:buFont typeface="Georgia"/>
              <a:defRPr sz="2133" i="1">
                <a:solidFill>
                  <a:srgbClr val="F67031"/>
                </a:solidFill>
                <a:latin typeface="Georgia"/>
                <a:ea typeface="Georgia"/>
                <a:cs typeface="Georgia"/>
                <a:sym typeface="Georgia"/>
              </a:defRPr>
            </a:lvl4pPr>
            <a:lvl5pPr lvl="4" rtl="0">
              <a:spcBef>
                <a:spcPts val="0"/>
              </a:spcBef>
              <a:buClr>
                <a:srgbClr val="F67031"/>
              </a:buClr>
              <a:buSzPct val="100000"/>
              <a:buFont typeface="Georgia"/>
              <a:defRPr sz="2133" i="1">
                <a:solidFill>
                  <a:srgbClr val="F67031"/>
                </a:solidFill>
                <a:latin typeface="Georgia"/>
                <a:ea typeface="Georgia"/>
                <a:cs typeface="Georgia"/>
                <a:sym typeface="Georgia"/>
              </a:defRPr>
            </a:lvl5pPr>
            <a:lvl6pPr lvl="5" rtl="0">
              <a:spcBef>
                <a:spcPts val="0"/>
              </a:spcBef>
              <a:buClr>
                <a:srgbClr val="F67031"/>
              </a:buClr>
              <a:buSzPct val="100000"/>
              <a:buFont typeface="Georgia"/>
              <a:defRPr sz="2133" i="1">
                <a:solidFill>
                  <a:srgbClr val="F67031"/>
                </a:solidFill>
                <a:latin typeface="Georgia"/>
                <a:ea typeface="Georgia"/>
                <a:cs typeface="Georgia"/>
                <a:sym typeface="Georgia"/>
              </a:defRPr>
            </a:lvl6pPr>
            <a:lvl7pPr lvl="6" rtl="0">
              <a:spcBef>
                <a:spcPts val="0"/>
              </a:spcBef>
              <a:buClr>
                <a:srgbClr val="F67031"/>
              </a:buClr>
              <a:buSzPct val="100000"/>
              <a:buFont typeface="Georgia"/>
              <a:defRPr sz="2133" i="1">
                <a:solidFill>
                  <a:srgbClr val="F67031"/>
                </a:solidFill>
                <a:latin typeface="Georgia"/>
                <a:ea typeface="Georgia"/>
                <a:cs typeface="Georgia"/>
                <a:sym typeface="Georgia"/>
              </a:defRPr>
            </a:lvl7pPr>
            <a:lvl8pPr lvl="7" rtl="0">
              <a:spcBef>
                <a:spcPts val="0"/>
              </a:spcBef>
              <a:buClr>
                <a:srgbClr val="F67031"/>
              </a:buClr>
              <a:buSzPct val="100000"/>
              <a:buFont typeface="Georgia"/>
              <a:defRPr sz="2133" i="1">
                <a:solidFill>
                  <a:srgbClr val="F67031"/>
                </a:solidFill>
                <a:latin typeface="Georgia"/>
                <a:ea typeface="Georgia"/>
                <a:cs typeface="Georgia"/>
                <a:sym typeface="Georgia"/>
              </a:defRPr>
            </a:lvl8pPr>
            <a:lvl9pPr lvl="8" rtl="0">
              <a:spcBef>
                <a:spcPts val="0"/>
              </a:spcBef>
              <a:buClr>
                <a:srgbClr val="F67031"/>
              </a:buClr>
              <a:buSzPct val="100000"/>
              <a:buFont typeface="Georgia"/>
              <a:defRPr sz="2133" i="1">
                <a:solidFill>
                  <a:srgbClr val="F67031"/>
                </a:solidFill>
                <a:latin typeface="Georgia"/>
                <a:ea typeface="Georgia"/>
                <a:cs typeface="Georgia"/>
                <a:sym typeface="Georgia"/>
              </a:defRPr>
            </a:lvl9pPr>
          </a:lstStyle>
          <a:p>
            <a:pPr lvl="0"/>
            <a:r>
              <a:rPr lang="en-US" dirty="0"/>
              <a:t>Click to edit Master text styles</a:t>
            </a:r>
          </a:p>
        </p:txBody>
      </p:sp>
      <p:sp>
        <p:nvSpPr>
          <p:cNvPr id="11" name="Shape 35">
            <a:extLst>
              <a:ext uri="{FF2B5EF4-FFF2-40B4-BE49-F238E27FC236}">
                <a16:creationId xmlns:a16="http://schemas.microsoft.com/office/drawing/2014/main" id="{838AFF58-BBCA-46AF-B19F-044D5DC1A3EB}"/>
              </a:ext>
            </a:extLst>
          </p:cNvPr>
          <p:cNvSpPr txBox="1">
            <a:spLocks noGrp="1"/>
          </p:cNvSpPr>
          <p:nvPr>
            <p:ph type="title"/>
          </p:nvPr>
        </p:nvSpPr>
        <p:spPr>
          <a:xfrm>
            <a:off x="307911" y="767333"/>
            <a:ext cx="2743200" cy="5308000"/>
          </a:xfrm>
          <a:prstGeom prst="rect">
            <a:avLst/>
          </a:prstGeom>
        </p:spPr>
        <p:txBody>
          <a:bodyPr lIns="91425" tIns="91425" rIns="91425" bIns="91425" anchor="t" anchorCtr="0"/>
          <a:lstStyle>
            <a:lvl1pPr marL="0" lvl="0" indent="0">
              <a:spcBef>
                <a:spcPts val="0"/>
              </a:spcBef>
              <a:defRPr b="0" i="0">
                <a:solidFill>
                  <a:schemeClr val="bg1"/>
                </a:solidFill>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a:t>Click to edit Master title style</a:t>
            </a:r>
            <a:endParaRPr dirty="0"/>
          </a:p>
        </p:txBody>
      </p:sp>
      <p:sp>
        <p:nvSpPr>
          <p:cNvPr id="12" name="Shape 8">
            <a:extLst>
              <a:ext uri="{FF2B5EF4-FFF2-40B4-BE49-F238E27FC236}">
                <a16:creationId xmlns:a16="http://schemas.microsoft.com/office/drawing/2014/main" id="{48C5EF98-9AA3-40DA-8046-5257AF1AC6EA}"/>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E94C7E4-063C-489C-858A-DF1075A66E82}" type="slidenum">
              <a:rPr lang="en-CA" smtClean="0"/>
              <a:t>‹#›</a:t>
            </a:fld>
            <a:endParaRPr lang="en-CA"/>
          </a:p>
        </p:txBody>
      </p:sp>
      <p:pic>
        <p:nvPicPr>
          <p:cNvPr id="8" name="Picture 7">
            <a:extLst>
              <a:ext uri="{FF2B5EF4-FFF2-40B4-BE49-F238E27FC236}">
                <a16:creationId xmlns:a16="http://schemas.microsoft.com/office/drawing/2014/main" id="{B07886F4-0E43-420A-A070-F1D28B8C9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0203" y="6217130"/>
            <a:ext cx="1194085" cy="540000"/>
          </a:xfrm>
          <a:prstGeom prst="rect">
            <a:avLst/>
          </a:prstGeom>
        </p:spPr>
      </p:pic>
      <p:sp>
        <p:nvSpPr>
          <p:cNvPr id="3" name="Content Placeholder 2">
            <a:extLst>
              <a:ext uri="{FF2B5EF4-FFF2-40B4-BE49-F238E27FC236}">
                <a16:creationId xmlns:a16="http://schemas.microsoft.com/office/drawing/2014/main" id="{11091314-0AB4-4C2A-902D-EB86078FB4ED}"/>
              </a:ext>
            </a:extLst>
          </p:cNvPr>
          <p:cNvSpPr>
            <a:spLocks noGrp="1"/>
          </p:cNvSpPr>
          <p:nvPr>
            <p:ph sz="quarter" idx="13"/>
          </p:nvPr>
        </p:nvSpPr>
        <p:spPr>
          <a:xfrm>
            <a:off x="4226767" y="2671763"/>
            <a:ext cx="3720258" cy="3419475"/>
          </a:xfrm>
        </p:spPr>
        <p:txBody>
          <a:bodyPr>
            <a:normAutofit/>
          </a:bodyPr>
          <a:lstStyle>
            <a:lvl1pPr>
              <a:buClr>
                <a:schemeClr val="accent1"/>
              </a:buClr>
              <a:defRPr sz="1800">
                <a:solidFill>
                  <a:schemeClr val="bg2">
                    <a:lumMod val="25000"/>
                  </a:schemeClr>
                </a:solidFill>
              </a:defRPr>
            </a:lvl1pPr>
            <a:lvl2pPr>
              <a:buClr>
                <a:schemeClr val="accent1"/>
              </a:buClr>
              <a:defRPr sz="1800">
                <a:solidFill>
                  <a:schemeClr val="bg2">
                    <a:lumMod val="50000"/>
                  </a:schemeClr>
                </a:solidFill>
              </a:defRPr>
            </a:lvl2pPr>
            <a:lvl3pPr>
              <a:buClr>
                <a:schemeClr val="accent1"/>
              </a:buClr>
              <a:defRPr sz="1800">
                <a:solidFill>
                  <a:schemeClr val="tx2">
                    <a:lumMod val="75000"/>
                  </a:schemeClr>
                </a:solidFill>
              </a:defRPr>
            </a:lvl3pPr>
            <a:lvl4pPr>
              <a:buClr>
                <a:schemeClr val="accent1"/>
              </a:buClr>
              <a:defRPr sz="1800">
                <a:solidFill>
                  <a:schemeClr val="bg2">
                    <a:lumMod val="50000"/>
                  </a:schemeClr>
                </a:solidFill>
              </a:defRPr>
            </a:lvl4pPr>
            <a:lvl5pPr>
              <a:buClr>
                <a:schemeClr val="accent1"/>
              </a:buClr>
              <a:defRPr sz="1800">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13" name="Content Placeholder 2">
            <a:extLst>
              <a:ext uri="{FF2B5EF4-FFF2-40B4-BE49-F238E27FC236}">
                <a16:creationId xmlns:a16="http://schemas.microsoft.com/office/drawing/2014/main" id="{65027BB4-44E8-4554-AAE2-C06F3E5597AE}"/>
              </a:ext>
            </a:extLst>
          </p:cNvPr>
          <p:cNvSpPr>
            <a:spLocks noGrp="1"/>
          </p:cNvSpPr>
          <p:nvPr>
            <p:ph sz="quarter" idx="14"/>
          </p:nvPr>
        </p:nvSpPr>
        <p:spPr>
          <a:xfrm>
            <a:off x="8163831" y="2669028"/>
            <a:ext cx="3720258" cy="3419475"/>
          </a:xfrm>
        </p:spPr>
        <p:txBody>
          <a:bodyPr>
            <a:normAutofit/>
          </a:bodyPr>
          <a:lstStyle>
            <a:lvl1pPr>
              <a:buClr>
                <a:schemeClr val="accent1"/>
              </a:buClr>
              <a:defRPr sz="1800">
                <a:solidFill>
                  <a:schemeClr val="bg2">
                    <a:lumMod val="25000"/>
                  </a:schemeClr>
                </a:solidFill>
              </a:defRPr>
            </a:lvl1pPr>
            <a:lvl2pPr>
              <a:buClr>
                <a:schemeClr val="accent1"/>
              </a:buClr>
              <a:defRPr sz="1800">
                <a:solidFill>
                  <a:schemeClr val="bg2">
                    <a:lumMod val="50000"/>
                  </a:schemeClr>
                </a:solidFill>
              </a:defRPr>
            </a:lvl2pPr>
            <a:lvl3pPr>
              <a:buClr>
                <a:schemeClr val="accent1"/>
              </a:buClr>
              <a:defRPr sz="1800">
                <a:solidFill>
                  <a:schemeClr val="tx2">
                    <a:lumMod val="75000"/>
                  </a:schemeClr>
                </a:solidFill>
              </a:defRPr>
            </a:lvl3pPr>
            <a:lvl4pPr>
              <a:buClr>
                <a:schemeClr val="accent1"/>
              </a:buClr>
              <a:defRPr sz="1800">
                <a:solidFill>
                  <a:schemeClr val="bg2">
                    <a:lumMod val="50000"/>
                  </a:schemeClr>
                </a:solidFill>
              </a:defRPr>
            </a:lvl4pPr>
            <a:lvl5pPr>
              <a:buClr>
                <a:schemeClr val="accent1"/>
              </a:buClr>
              <a:defRPr sz="1800">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2846406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Title + 2 columns with intro text - Medium Green-Grey">
    <p:bg>
      <p:bgPr>
        <a:solidFill>
          <a:schemeClr val="tx2"/>
        </a:solidFill>
        <a:effectLst/>
      </p:bgPr>
    </p:bg>
    <p:spTree>
      <p:nvGrpSpPr>
        <p:cNvPr id="1" name="Shape 45"/>
        <p:cNvGrpSpPr/>
        <p:nvPr/>
      </p:nvGrpSpPr>
      <p:grpSpPr>
        <a:xfrm>
          <a:off x="0" y="0"/>
          <a:ext cx="0" cy="0"/>
          <a:chOff x="0" y="0"/>
          <a:chExt cx="0" cy="0"/>
        </a:xfrm>
      </p:grpSpPr>
      <p:sp>
        <p:nvSpPr>
          <p:cNvPr id="47" name="Shape 47"/>
          <p:cNvSpPr/>
          <p:nvPr/>
        </p:nvSpPr>
        <p:spPr>
          <a:xfrm>
            <a:off x="3620278" y="0"/>
            <a:ext cx="8571722"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11" name="Shape 35">
            <a:extLst>
              <a:ext uri="{FF2B5EF4-FFF2-40B4-BE49-F238E27FC236}">
                <a16:creationId xmlns:a16="http://schemas.microsoft.com/office/drawing/2014/main" id="{838AFF58-BBCA-46AF-B19F-044D5DC1A3EB}"/>
              </a:ext>
            </a:extLst>
          </p:cNvPr>
          <p:cNvSpPr txBox="1">
            <a:spLocks noGrp="1"/>
          </p:cNvSpPr>
          <p:nvPr>
            <p:ph type="title"/>
          </p:nvPr>
        </p:nvSpPr>
        <p:spPr>
          <a:xfrm>
            <a:off x="307911" y="767333"/>
            <a:ext cx="2743200" cy="5308000"/>
          </a:xfrm>
          <a:prstGeom prst="rect">
            <a:avLst/>
          </a:prstGeom>
        </p:spPr>
        <p:txBody>
          <a:bodyPr lIns="91425" tIns="91425" rIns="91425" bIns="91425" anchor="t" anchorCtr="0"/>
          <a:lstStyle>
            <a:lvl1pPr marL="0" lvl="0" indent="0">
              <a:spcBef>
                <a:spcPts val="0"/>
              </a:spcBef>
              <a:defRPr b="0" i="0">
                <a:solidFill>
                  <a:schemeClr val="bg1"/>
                </a:solidFill>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dirty="0"/>
              <a:t>Click to edit Master title style</a:t>
            </a:r>
            <a:endParaRPr dirty="0"/>
          </a:p>
        </p:txBody>
      </p:sp>
      <p:sp>
        <p:nvSpPr>
          <p:cNvPr id="12" name="Shape 8">
            <a:extLst>
              <a:ext uri="{FF2B5EF4-FFF2-40B4-BE49-F238E27FC236}">
                <a16:creationId xmlns:a16="http://schemas.microsoft.com/office/drawing/2014/main" id="{48C5EF98-9AA3-40DA-8046-5257AF1AC6EA}"/>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E94C7E4-063C-489C-858A-DF1075A66E82}" type="slidenum">
              <a:rPr lang="en-CA" smtClean="0"/>
              <a:t>‹#›</a:t>
            </a:fld>
            <a:endParaRPr lang="en-CA"/>
          </a:p>
        </p:txBody>
      </p:sp>
      <p:pic>
        <p:nvPicPr>
          <p:cNvPr id="8" name="Picture 7">
            <a:extLst>
              <a:ext uri="{FF2B5EF4-FFF2-40B4-BE49-F238E27FC236}">
                <a16:creationId xmlns:a16="http://schemas.microsoft.com/office/drawing/2014/main" id="{B07886F4-0E43-420A-A070-F1D28B8C9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0203" y="6217130"/>
            <a:ext cx="1194085" cy="540000"/>
          </a:xfrm>
          <a:prstGeom prst="rect">
            <a:avLst/>
          </a:prstGeom>
        </p:spPr>
      </p:pic>
      <p:sp>
        <p:nvSpPr>
          <p:cNvPr id="9" name="Content Placeholder 2">
            <a:extLst>
              <a:ext uri="{FF2B5EF4-FFF2-40B4-BE49-F238E27FC236}">
                <a16:creationId xmlns:a16="http://schemas.microsoft.com/office/drawing/2014/main" id="{B73225BA-7A85-4F04-9406-C816EB579113}"/>
              </a:ext>
            </a:extLst>
          </p:cNvPr>
          <p:cNvSpPr>
            <a:spLocks noGrp="1"/>
          </p:cNvSpPr>
          <p:nvPr>
            <p:ph sz="quarter" idx="13"/>
          </p:nvPr>
        </p:nvSpPr>
        <p:spPr>
          <a:xfrm>
            <a:off x="4227513" y="767334"/>
            <a:ext cx="7656512" cy="5307999"/>
          </a:xfrm>
        </p:spPr>
        <p:txBody>
          <a:bodyPr/>
          <a:lstStyle>
            <a:lvl1pPr>
              <a:buClr>
                <a:schemeClr val="accent1"/>
              </a:buClr>
              <a:defRPr>
                <a:solidFill>
                  <a:schemeClr val="tx2">
                    <a:lumMod val="75000"/>
                  </a:schemeClr>
                </a:solidFill>
              </a:defRPr>
            </a:lvl1pPr>
            <a:lvl2pPr>
              <a:buClr>
                <a:schemeClr val="accent1"/>
              </a:buClr>
              <a:defRPr>
                <a:solidFill>
                  <a:schemeClr val="tx2">
                    <a:lumMod val="75000"/>
                  </a:schemeClr>
                </a:solidFill>
              </a:defRPr>
            </a:lvl2pPr>
            <a:lvl3pPr>
              <a:buClr>
                <a:schemeClr val="accent1"/>
              </a:buClr>
              <a:defRPr>
                <a:solidFill>
                  <a:schemeClr val="tx2">
                    <a:lumMod val="75000"/>
                  </a:schemeClr>
                </a:solidFill>
              </a:defRPr>
            </a:lvl3pPr>
            <a:lvl4pPr>
              <a:buClr>
                <a:schemeClr val="accent1"/>
              </a:buClr>
              <a:defRPr>
                <a:solidFill>
                  <a:schemeClr val="tx2">
                    <a:lumMod val="75000"/>
                  </a:schemeClr>
                </a:solidFill>
              </a:defRPr>
            </a:lvl4pPr>
            <a:lvl5pPr>
              <a:buClr>
                <a:schemeClr val="accent1"/>
              </a:buCl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3068961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 3 columns">
    <p:bg>
      <p:bgPr>
        <a:solidFill>
          <a:schemeClr val="accent2"/>
        </a:solidFill>
        <a:effectLst/>
      </p:bgPr>
    </p:bg>
    <p:spTree>
      <p:nvGrpSpPr>
        <p:cNvPr id="1" name="Shape 72"/>
        <p:cNvGrpSpPr/>
        <p:nvPr/>
      </p:nvGrpSpPr>
      <p:grpSpPr>
        <a:xfrm>
          <a:off x="0" y="0"/>
          <a:ext cx="0" cy="0"/>
          <a:chOff x="0" y="0"/>
          <a:chExt cx="0" cy="0"/>
        </a:xfrm>
      </p:grpSpPr>
      <p:sp>
        <p:nvSpPr>
          <p:cNvPr id="74" name="Shape 74"/>
          <p:cNvSpPr/>
          <p:nvPr/>
        </p:nvSpPr>
        <p:spPr>
          <a:xfrm>
            <a:off x="3158836" y="0"/>
            <a:ext cx="9033264"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76" name="Shape 76"/>
          <p:cNvSpPr txBox="1">
            <a:spLocks noGrp="1"/>
          </p:cNvSpPr>
          <p:nvPr>
            <p:ph type="body" idx="1" hasCustomPrompt="1"/>
          </p:nvPr>
        </p:nvSpPr>
        <p:spPr>
          <a:xfrm>
            <a:off x="3261162" y="775000"/>
            <a:ext cx="2735879" cy="5308000"/>
          </a:xfrm>
          <a:prstGeom prst="rect">
            <a:avLst/>
          </a:prstGeom>
        </p:spPr>
        <p:txBody>
          <a:bodyPr lIns="91425" tIns="91425" rIns="91425" bIns="91425" anchor="t" anchorCtr="0">
            <a:normAutofit/>
          </a:bodyPr>
          <a:lstStyle>
            <a:lvl1pPr marL="228594" lvl="0" indent="-228594" rtl="0">
              <a:spcBef>
                <a:spcPts val="0"/>
              </a:spcBef>
              <a:buClr>
                <a:srgbClr val="DB5D00"/>
              </a:buClr>
              <a:buSzPct val="100000"/>
              <a:buFont typeface="Arial" panose="020B0604020202020204" pitchFamily="34" charset="0"/>
              <a:buChar char="•"/>
              <a:defRPr sz="1600" b="0" i="0">
                <a:solidFill>
                  <a:schemeClr val="bg1">
                    <a:lumMod val="50000"/>
                  </a:schemeClr>
                </a:solidFill>
                <a:latin typeface="+mn-lt"/>
              </a:defRPr>
            </a:lvl1pPr>
            <a:lvl2pPr lvl="1" rtl="0">
              <a:spcBef>
                <a:spcPts val="0"/>
              </a:spcBef>
              <a:buSzPct val="100000"/>
              <a:defRPr sz="1200"/>
            </a:lvl2pPr>
            <a:lvl3pPr lvl="2" rtl="0">
              <a:spcBef>
                <a:spcPts val="0"/>
              </a:spcBef>
              <a:buSzPct val="100000"/>
              <a:defRPr sz="1200"/>
            </a:lvl3pPr>
            <a:lvl4pPr lvl="3" rtl="0">
              <a:spcBef>
                <a:spcPts val="0"/>
              </a:spcBef>
              <a:buSzPct val="100000"/>
              <a:defRPr sz="1200"/>
            </a:lvl4pPr>
            <a:lvl5pPr lvl="4" rtl="0">
              <a:spcBef>
                <a:spcPts val="0"/>
              </a:spcBef>
              <a:buSzPct val="100000"/>
              <a:defRPr sz="1200"/>
            </a:lvl5pPr>
            <a:lvl6pPr lvl="5" rtl="0">
              <a:spcBef>
                <a:spcPts val="0"/>
              </a:spcBef>
              <a:buSzPct val="100000"/>
              <a:defRPr sz="1200"/>
            </a:lvl6pPr>
            <a:lvl7pPr lvl="6" rtl="0">
              <a:spcBef>
                <a:spcPts val="0"/>
              </a:spcBef>
              <a:buSzPct val="100000"/>
              <a:defRPr sz="1200"/>
            </a:lvl7pPr>
            <a:lvl8pPr lvl="7" rtl="0">
              <a:spcBef>
                <a:spcPts val="0"/>
              </a:spcBef>
              <a:buSzPct val="100000"/>
              <a:defRPr sz="1200"/>
            </a:lvl8pPr>
            <a:lvl9pPr lvl="8" rtl="0">
              <a:spcBef>
                <a:spcPts val="0"/>
              </a:spcBef>
              <a:buSzPct val="100000"/>
              <a:defRPr sz="1200"/>
            </a:lvl9pPr>
          </a:lstStyle>
          <a:p>
            <a:pPr lvl="0"/>
            <a:r>
              <a:rPr lang="en-US" dirty="0"/>
              <a:t>Edit Master text styles</a:t>
            </a:r>
          </a:p>
        </p:txBody>
      </p:sp>
      <p:sp>
        <p:nvSpPr>
          <p:cNvPr id="77" name="Shape 77"/>
          <p:cNvSpPr txBox="1">
            <a:spLocks noGrp="1"/>
          </p:cNvSpPr>
          <p:nvPr>
            <p:ph type="body" idx="2"/>
          </p:nvPr>
        </p:nvSpPr>
        <p:spPr>
          <a:xfrm>
            <a:off x="6194961" y="775715"/>
            <a:ext cx="2735878" cy="5308000"/>
          </a:xfrm>
          <a:prstGeom prst="rect">
            <a:avLst/>
          </a:prstGeom>
        </p:spPr>
        <p:txBody>
          <a:bodyPr lIns="91425" tIns="91425" rIns="91425" bIns="91425" anchor="t" anchorCtr="0">
            <a:normAutofit/>
          </a:bodyPr>
          <a:lstStyle>
            <a:lvl1pPr marL="228594" lvl="0" indent="-228594" rtl="0">
              <a:spcBef>
                <a:spcPts val="0"/>
              </a:spcBef>
              <a:buClr>
                <a:srgbClr val="DB5D00"/>
              </a:buClr>
              <a:buSzPct val="100000"/>
              <a:buFont typeface="Arial" panose="020B0604020202020204" pitchFamily="34" charset="0"/>
              <a:buChar char="•"/>
              <a:defRPr sz="1600" b="0" i="0">
                <a:solidFill>
                  <a:schemeClr val="bg1">
                    <a:lumMod val="50000"/>
                  </a:schemeClr>
                </a:solidFill>
                <a:latin typeface="+mn-lt"/>
              </a:defRPr>
            </a:lvl1pPr>
            <a:lvl2pPr lvl="1" rtl="0">
              <a:spcBef>
                <a:spcPts val="0"/>
              </a:spcBef>
              <a:buSzPct val="100000"/>
              <a:defRPr sz="1200"/>
            </a:lvl2pPr>
            <a:lvl3pPr lvl="2" rtl="0">
              <a:spcBef>
                <a:spcPts val="0"/>
              </a:spcBef>
              <a:buSzPct val="100000"/>
              <a:defRPr sz="1200"/>
            </a:lvl3pPr>
            <a:lvl4pPr lvl="3" rtl="0">
              <a:spcBef>
                <a:spcPts val="0"/>
              </a:spcBef>
              <a:buSzPct val="100000"/>
              <a:defRPr sz="1200"/>
            </a:lvl4pPr>
            <a:lvl5pPr lvl="4" rtl="0">
              <a:spcBef>
                <a:spcPts val="0"/>
              </a:spcBef>
              <a:buSzPct val="100000"/>
              <a:defRPr sz="1200"/>
            </a:lvl5pPr>
            <a:lvl6pPr lvl="5" rtl="0">
              <a:spcBef>
                <a:spcPts val="0"/>
              </a:spcBef>
              <a:buSzPct val="100000"/>
              <a:defRPr sz="1200"/>
            </a:lvl6pPr>
            <a:lvl7pPr lvl="6" rtl="0">
              <a:spcBef>
                <a:spcPts val="0"/>
              </a:spcBef>
              <a:buSzPct val="100000"/>
              <a:defRPr sz="1200"/>
            </a:lvl7pPr>
            <a:lvl8pPr lvl="7" rtl="0">
              <a:spcBef>
                <a:spcPts val="0"/>
              </a:spcBef>
              <a:buSzPct val="100000"/>
              <a:defRPr sz="1200"/>
            </a:lvl8pPr>
            <a:lvl9pPr lvl="8" rtl="0">
              <a:spcBef>
                <a:spcPts val="0"/>
              </a:spcBef>
              <a:buSzPct val="100000"/>
              <a:defRPr sz="1200"/>
            </a:lvl9pPr>
          </a:lstStyle>
          <a:p>
            <a:pPr lvl="0"/>
            <a:r>
              <a:rPr lang="en-US"/>
              <a:t>Click to edit Master text styles</a:t>
            </a:r>
          </a:p>
        </p:txBody>
      </p:sp>
      <p:sp>
        <p:nvSpPr>
          <p:cNvPr id="78" name="Shape 78"/>
          <p:cNvSpPr txBox="1">
            <a:spLocks noGrp="1"/>
          </p:cNvSpPr>
          <p:nvPr>
            <p:ph type="body" idx="3"/>
          </p:nvPr>
        </p:nvSpPr>
        <p:spPr>
          <a:xfrm>
            <a:off x="9128719" y="767333"/>
            <a:ext cx="2735879" cy="5308000"/>
          </a:xfrm>
          <a:prstGeom prst="rect">
            <a:avLst/>
          </a:prstGeom>
        </p:spPr>
        <p:txBody>
          <a:bodyPr lIns="91425" tIns="91425" rIns="91425" bIns="91425" anchor="t" anchorCtr="0">
            <a:normAutofit/>
          </a:bodyPr>
          <a:lstStyle>
            <a:lvl1pPr marL="228594" lvl="0" indent="-228594" rtl="0">
              <a:spcBef>
                <a:spcPts val="0"/>
              </a:spcBef>
              <a:buClr>
                <a:srgbClr val="DB5D00"/>
              </a:buClr>
              <a:buSzPct val="100000"/>
              <a:buFont typeface="Arial" panose="020B0604020202020204" pitchFamily="34" charset="0"/>
              <a:buChar char="•"/>
              <a:defRPr sz="1600" b="0" i="0">
                <a:solidFill>
                  <a:schemeClr val="bg1">
                    <a:lumMod val="50000"/>
                  </a:schemeClr>
                </a:solidFill>
                <a:latin typeface="+mn-lt"/>
              </a:defRPr>
            </a:lvl1pPr>
            <a:lvl2pPr lvl="1" rtl="0">
              <a:spcBef>
                <a:spcPts val="0"/>
              </a:spcBef>
              <a:buSzPct val="100000"/>
              <a:defRPr sz="1200"/>
            </a:lvl2pPr>
            <a:lvl3pPr lvl="2" rtl="0">
              <a:spcBef>
                <a:spcPts val="0"/>
              </a:spcBef>
              <a:buSzPct val="100000"/>
              <a:defRPr sz="1200"/>
            </a:lvl3pPr>
            <a:lvl4pPr lvl="3" rtl="0">
              <a:spcBef>
                <a:spcPts val="0"/>
              </a:spcBef>
              <a:buSzPct val="100000"/>
              <a:defRPr sz="1200"/>
            </a:lvl4pPr>
            <a:lvl5pPr lvl="4" rtl="0">
              <a:spcBef>
                <a:spcPts val="0"/>
              </a:spcBef>
              <a:buSzPct val="100000"/>
              <a:defRPr sz="1200"/>
            </a:lvl5pPr>
            <a:lvl6pPr lvl="5" rtl="0">
              <a:spcBef>
                <a:spcPts val="0"/>
              </a:spcBef>
              <a:buSzPct val="100000"/>
              <a:defRPr sz="1200"/>
            </a:lvl6pPr>
            <a:lvl7pPr lvl="6" rtl="0">
              <a:spcBef>
                <a:spcPts val="0"/>
              </a:spcBef>
              <a:buSzPct val="100000"/>
              <a:defRPr sz="1200"/>
            </a:lvl7pPr>
            <a:lvl8pPr lvl="7" rtl="0">
              <a:spcBef>
                <a:spcPts val="0"/>
              </a:spcBef>
              <a:buSzPct val="100000"/>
              <a:defRPr sz="1200"/>
            </a:lvl8pPr>
            <a:lvl9pPr lvl="8" rtl="0">
              <a:spcBef>
                <a:spcPts val="0"/>
              </a:spcBef>
              <a:buSzPct val="100000"/>
              <a:defRPr sz="1200"/>
            </a:lvl9pPr>
          </a:lstStyle>
          <a:p>
            <a:pPr lvl="0"/>
            <a:r>
              <a:rPr lang="en-US"/>
              <a:t>Click to edit Master text styles</a:t>
            </a:r>
          </a:p>
        </p:txBody>
      </p:sp>
      <p:sp>
        <p:nvSpPr>
          <p:cNvPr id="12" name="Shape 35">
            <a:extLst>
              <a:ext uri="{FF2B5EF4-FFF2-40B4-BE49-F238E27FC236}">
                <a16:creationId xmlns:a16="http://schemas.microsoft.com/office/drawing/2014/main" id="{7A180175-A064-4821-B1DE-3A16CECA7C86}"/>
              </a:ext>
            </a:extLst>
          </p:cNvPr>
          <p:cNvSpPr txBox="1">
            <a:spLocks noGrp="1"/>
          </p:cNvSpPr>
          <p:nvPr>
            <p:ph type="title"/>
          </p:nvPr>
        </p:nvSpPr>
        <p:spPr>
          <a:xfrm>
            <a:off x="336637" y="767333"/>
            <a:ext cx="2711363" cy="5308000"/>
          </a:xfrm>
          <a:prstGeom prst="rect">
            <a:avLst/>
          </a:prstGeom>
        </p:spPr>
        <p:txBody>
          <a:bodyPr lIns="91425" tIns="91425" rIns="91425" bIns="91425" anchor="t" anchorCtr="0"/>
          <a:lstStyle>
            <a:lvl1pPr marL="0" lvl="0" indent="0">
              <a:spcBef>
                <a:spcPts val="0"/>
              </a:spcBef>
              <a:defRPr b="0" i="0">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dirty="0"/>
              <a:t>Click to edit Master title style</a:t>
            </a:r>
            <a:endParaRPr dirty="0"/>
          </a:p>
        </p:txBody>
      </p:sp>
      <p:sp>
        <p:nvSpPr>
          <p:cNvPr id="11" name="Shape 8">
            <a:extLst>
              <a:ext uri="{FF2B5EF4-FFF2-40B4-BE49-F238E27FC236}">
                <a16:creationId xmlns:a16="http://schemas.microsoft.com/office/drawing/2014/main" id="{4279CD38-5A0A-4BA8-8627-4F26DD6101A5}"/>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E94C7E4-063C-489C-858A-DF1075A66E82}" type="slidenum">
              <a:rPr lang="en-CA" smtClean="0"/>
              <a:t>‹#›</a:t>
            </a:fld>
            <a:endParaRPr lang="en-CA"/>
          </a:p>
        </p:txBody>
      </p:sp>
      <p:pic>
        <p:nvPicPr>
          <p:cNvPr id="13" name="Picture 12">
            <a:extLst>
              <a:ext uri="{FF2B5EF4-FFF2-40B4-BE49-F238E27FC236}">
                <a16:creationId xmlns:a16="http://schemas.microsoft.com/office/drawing/2014/main" id="{B770D46C-8F3B-4C93-AAB7-26AA1D194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0203" y="6217130"/>
            <a:ext cx="1194085" cy="540000"/>
          </a:xfrm>
          <a:prstGeom prst="rect">
            <a:avLst/>
          </a:prstGeom>
        </p:spPr>
      </p:pic>
    </p:spTree>
    <p:extLst>
      <p:ext uri="{BB962C8B-B14F-4D97-AF65-F5344CB8AC3E}">
        <p14:creationId xmlns:p14="http://schemas.microsoft.com/office/powerpoint/2010/main" val="2465253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pen Page - Dark Teal Accent">
    <p:bg>
      <p:bgPr>
        <a:solidFill>
          <a:schemeClr val="accent2"/>
        </a:solidFill>
        <a:effectLst/>
      </p:bgPr>
    </p:bg>
    <p:spTree>
      <p:nvGrpSpPr>
        <p:cNvPr id="1" name="Shape 26"/>
        <p:cNvGrpSpPr/>
        <p:nvPr/>
      </p:nvGrpSpPr>
      <p:grpSpPr>
        <a:xfrm>
          <a:off x="0" y="0"/>
          <a:ext cx="0" cy="0"/>
          <a:chOff x="0" y="0"/>
          <a:chExt cx="0" cy="0"/>
        </a:xfrm>
      </p:grpSpPr>
      <p:sp>
        <p:nvSpPr>
          <p:cNvPr id="28" name="Shape 28"/>
          <p:cNvSpPr/>
          <p:nvPr/>
        </p:nvSpPr>
        <p:spPr>
          <a:xfrm>
            <a:off x="-9500" y="336112"/>
            <a:ext cx="12201600" cy="6521888"/>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pic>
        <p:nvPicPr>
          <p:cNvPr id="6" name="Picture 5">
            <a:extLst>
              <a:ext uri="{FF2B5EF4-FFF2-40B4-BE49-F238E27FC236}">
                <a16:creationId xmlns:a16="http://schemas.microsoft.com/office/drawing/2014/main" id="{57A37A90-823A-49F6-BEB8-E7F5E4BB7E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2180"/>
            <a:ext cx="12192000" cy="609600"/>
          </a:xfrm>
          <a:prstGeom prst="rect">
            <a:avLst/>
          </a:prstGeom>
        </p:spPr>
      </p:pic>
      <p:sp>
        <p:nvSpPr>
          <p:cNvPr id="8" name="Shape 8">
            <a:extLst>
              <a:ext uri="{FF2B5EF4-FFF2-40B4-BE49-F238E27FC236}">
                <a16:creationId xmlns:a16="http://schemas.microsoft.com/office/drawing/2014/main" id="{F92D95E0-7265-4C10-9447-346D3A047147}"/>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accent2"/>
                </a:solidFill>
              </a:defRPr>
            </a:lvl1pPr>
          </a:lstStyle>
          <a:p>
            <a:fld id="{BE94C7E4-063C-489C-858A-DF1075A66E82}" type="slidenum">
              <a:rPr lang="en-CA" smtClean="0"/>
              <a:t>‹#›</a:t>
            </a:fld>
            <a:endParaRPr lang="en-CA"/>
          </a:p>
        </p:txBody>
      </p:sp>
      <p:sp>
        <p:nvSpPr>
          <p:cNvPr id="7" name="Shape 11">
            <a:extLst>
              <a:ext uri="{FF2B5EF4-FFF2-40B4-BE49-F238E27FC236}">
                <a16:creationId xmlns:a16="http://schemas.microsoft.com/office/drawing/2014/main" id="{E342EF18-20D9-461A-B0EC-00497F93C0AE}"/>
              </a:ext>
            </a:extLst>
          </p:cNvPr>
          <p:cNvSpPr txBox="1">
            <a:spLocks noGrp="1"/>
          </p:cNvSpPr>
          <p:nvPr>
            <p:ph type="ctrTitle"/>
          </p:nvPr>
        </p:nvSpPr>
        <p:spPr>
          <a:xfrm>
            <a:off x="1268962" y="655785"/>
            <a:ext cx="9619861" cy="803562"/>
          </a:xfrm>
          <a:prstGeom prst="rect">
            <a:avLst/>
          </a:prstGeom>
        </p:spPr>
        <p:txBody>
          <a:bodyPr lIns="91425" tIns="91425" rIns="91425" bIns="91425" anchor="t" anchorCtr="0">
            <a:normAutofit/>
          </a:bodyPr>
          <a:lstStyle>
            <a:lvl1pPr marL="0" lvl="0" indent="0" algn="ctr">
              <a:spcBef>
                <a:spcPts val="0"/>
              </a:spcBef>
              <a:buClr>
                <a:srgbClr val="F67031"/>
              </a:buClr>
              <a:buSzPct val="100000"/>
              <a:defRPr sz="3600" b="0" i="0">
                <a:solidFill>
                  <a:srgbClr val="DB5D00"/>
                </a:solidFill>
                <a:latin typeface="+mj-lt"/>
                <a:cs typeface="Arial" panose="020B0604020202020204" pitchFamily="34" charset="0"/>
              </a:defRPr>
            </a:lvl1pPr>
            <a:lvl2pPr lvl="1">
              <a:spcBef>
                <a:spcPts val="0"/>
              </a:spcBef>
              <a:buClr>
                <a:srgbClr val="F67031"/>
              </a:buClr>
              <a:buSzPct val="100000"/>
              <a:defRPr sz="4000" b="1">
                <a:solidFill>
                  <a:srgbClr val="F67031"/>
                </a:solidFill>
              </a:defRPr>
            </a:lvl2pPr>
            <a:lvl3pPr lvl="2">
              <a:spcBef>
                <a:spcPts val="0"/>
              </a:spcBef>
              <a:buClr>
                <a:srgbClr val="F67031"/>
              </a:buClr>
              <a:buSzPct val="100000"/>
              <a:defRPr sz="4000" b="1">
                <a:solidFill>
                  <a:srgbClr val="F67031"/>
                </a:solidFill>
              </a:defRPr>
            </a:lvl3pPr>
            <a:lvl4pPr lvl="3">
              <a:spcBef>
                <a:spcPts val="0"/>
              </a:spcBef>
              <a:buClr>
                <a:srgbClr val="F67031"/>
              </a:buClr>
              <a:buSzPct val="100000"/>
              <a:defRPr sz="4000" b="1">
                <a:solidFill>
                  <a:srgbClr val="F67031"/>
                </a:solidFill>
              </a:defRPr>
            </a:lvl4pPr>
            <a:lvl5pPr lvl="4">
              <a:spcBef>
                <a:spcPts val="0"/>
              </a:spcBef>
              <a:buClr>
                <a:srgbClr val="F67031"/>
              </a:buClr>
              <a:buSzPct val="100000"/>
              <a:defRPr sz="4000" b="1">
                <a:solidFill>
                  <a:srgbClr val="F67031"/>
                </a:solidFill>
              </a:defRPr>
            </a:lvl5pPr>
            <a:lvl6pPr lvl="5">
              <a:spcBef>
                <a:spcPts val="0"/>
              </a:spcBef>
              <a:buClr>
                <a:srgbClr val="F67031"/>
              </a:buClr>
              <a:buSzPct val="100000"/>
              <a:defRPr sz="4000" b="1">
                <a:solidFill>
                  <a:srgbClr val="F67031"/>
                </a:solidFill>
              </a:defRPr>
            </a:lvl6pPr>
            <a:lvl7pPr lvl="6">
              <a:spcBef>
                <a:spcPts val="0"/>
              </a:spcBef>
              <a:buClr>
                <a:srgbClr val="F67031"/>
              </a:buClr>
              <a:buSzPct val="100000"/>
              <a:defRPr sz="4000" b="1">
                <a:solidFill>
                  <a:srgbClr val="F67031"/>
                </a:solidFill>
              </a:defRPr>
            </a:lvl7pPr>
            <a:lvl8pPr lvl="7">
              <a:spcBef>
                <a:spcPts val="0"/>
              </a:spcBef>
              <a:buClr>
                <a:srgbClr val="F67031"/>
              </a:buClr>
              <a:buSzPct val="100000"/>
              <a:defRPr sz="4000" b="1">
                <a:solidFill>
                  <a:srgbClr val="F67031"/>
                </a:solidFill>
              </a:defRPr>
            </a:lvl8pPr>
            <a:lvl9pPr lvl="8">
              <a:spcBef>
                <a:spcPts val="0"/>
              </a:spcBef>
              <a:buClr>
                <a:srgbClr val="F67031"/>
              </a:buClr>
              <a:buSzPct val="100000"/>
              <a:defRPr sz="4000" b="1">
                <a:solidFill>
                  <a:srgbClr val="F67031"/>
                </a:solidFill>
              </a:defRPr>
            </a:lvl9pPr>
          </a:lstStyle>
          <a:p>
            <a:r>
              <a:rPr lang="en-US"/>
              <a:t>Click to edit Master title style</a:t>
            </a:r>
            <a:endParaRPr dirty="0"/>
          </a:p>
        </p:txBody>
      </p:sp>
      <p:sp>
        <p:nvSpPr>
          <p:cNvPr id="9" name="Content Placeholder 2">
            <a:extLst>
              <a:ext uri="{FF2B5EF4-FFF2-40B4-BE49-F238E27FC236}">
                <a16:creationId xmlns:a16="http://schemas.microsoft.com/office/drawing/2014/main" id="{EAFEA536-818C-4113-82BC-ED1B1E0FA45B}"/>
              </a:ext>
            </a:extLst>
          </p:cNvPr>
          <p:cNvSpPr>
            <a:spLocks noGrp="1"/>
          </p:cNvSpPr>
          <p:nvPr>
            <p:ph sz="quarter" idx="10"/>
          </p:nvPr>
        </p:nvSpPr>
        <p:spPr>
          <a:xfrm>
            <a:off x="1268962" y="1597887"/>
            <a:ext cx="9619861" cy="4541527"/>
          </a:xfrm>
        </p:spPr>
        <p:txBody>
          <a:bodyPr/>
          <a:lstStyle>
            <a:lvl1pPr>
              <a:buClr>
                <a:schemeClr val="accent1"/>
              </a:buClr>
              <a:defRPr>
                <a:solidFill>
                  <a:schemeClr val="tx2">
                    <a:lumMod val="75000"/>
                  </a:schemeClr>
                </a:solidFill>
                <a:latin typeface="IBM Plex Sans" panose="020B0503050203000203" pitchFamily="34" charset="0"/>
              </a:defRPr>
            </a:lvl1pPr>
            <a:lvl2pPr>
              <a:buClr>
                <a:schemeClr val="accent1"/>
              </a:buClr>
              <a:defRPr>
                <a:solidFill>
                  <a:schemeClr val="tx2">
                    <a:lumMod val="75000"/>
                  </a:schemeClr>
                </a:solidFill>
                <a:latin typeface="IBM Plex Sans" panose="020B0503050203000203" pitchFamily="34" charset="0"/>
              </a:defRPr>
            </a:lvl2pPr>
            <a:lvl3pPr>
              <a:buClr>
                <a:schemeClr val="accent1"/>
              </a:buClr>
              <a:defRPr>
                <a:solidFill>
                  <a:schemeClr val="tx2">
                    <a:lumMod val="75000"/>
                  </a:schemeClr>
                </a:solidFill>
                <a:latin typeface="IBM Plex Sans" panose="020B0503050203000203" pitchFamily="34" charset="0"/>
              </a:defRPr>
            </a:lvl3pPr>
            <a:lvl4pPr>
              <a:buClr>
                <a:schemeClr val="accent1"/>
              </a:buClr>
              <a:defRPr>
                <a:solidFill>
                  <a:schemeClr val="tx2">
                    <a:lumMod val="75000"/>
                  </a:schemeClr>
                </a:solidFill>
                <a:latin typeface="IBM Plex Sans" panose="020B0503050203000203" pitchFamily="34" charset="0"/>
              </a:defRPr>
            </a:lvl4pPr>
            <a:lvl5pPr>
              <a:buClr>
                <a:schemeClr val="accent1"/>
              </a:buClr>
              <a:defRPr>
                <a:solidFill>
                  <a:schemeClr val="tx2">
                    <a:lumMod val="75000"/>
                  </a:schemeClr>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1438892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Open Page - Dark Teal Accent">
    <p:bg>
      <p:bgPr>
        <a:solidFill>
          <a:schemeClr val="accent1"/>
        </a:solidFill>
        <a:effectLst/>
      </p:bgPr>
    </p:bg>
    <p:spTree>
      <p:nvGrpSpPr>
        <p:cNvPr id="1" name="Shape 26"/>
        <p:cNvGrpSpPr/>
        <p:nvPr/>
      </p:nvGrpSpPr>
      <p:grpSpPr>
        <a:xfrm>
          <a:off x="0" y="0"/>
          <a:ext cx="0" cy="0"/>
          <a:chOff x="0" y="0"/>
          <a:chExt cx="0" cy="0"/>
        </a:xfrm>
      </p:grpSpPr>
      <p:sp>
        <p:nvSpPr>
          <p:cNvPr id="28" name="Shape 28"/>
          <p:cNvSpPr/>
          <p:nvPr/>
        </p:nvSpPr>
        <p:spPr>
          <a:xfrm>
            <a:off x="-9500" y="336112"/>
            <a:ext cx="12201600" cy="6521888"/>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8" name="Shape 8">
            <a:extLst>
              <a:ext uri="{FF2B5EF4-FFF2-40B4-BE49-F238E27FC236}">
                <a16:creationId xmlns:a16="http://schemas.microsoft.com/office/drawing/2014/main" id="{F92D95E0-7265-4C10-9447-346D3A047147}"/>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accent2"/>
                </a:solidFill>
              </a:defRPr>
            </a:lvl1pPr>
          </a:lstStyle>
          <a:p>
            <a:fld id="{BE94C7E4-063C-489C-858A-DF1075A66E82}" type="slidenum">
              <a:rPr lang="en-CA" smtClean="0"/>
              <a:t>‹#›</a:t>
            </a:fld>
            <a:endParaRPr lang="en-CA"/>
          </a:p>
        </p:txBody>
      </p:sp>
      <p:sp>
        <p:nvSpPr>
          <p:cNvPr id="7" name="Shape 11">
            <a:extLst>
              <a:ext uri="{FF2B5EF4-FFF2-40B4-BE49-F238E27FC236}">
                <a16:creationId xmlns:a16="http://schemas.microsoft.com/office/drawing/2014/main" id="{E342EF18-20D9-461A-B0EC-00497F93C0AE}"/>
              </a:ext>
            </a:extLst>
          </p:cNvPr>
          <p:cNvSpPr txBox="1">
            <a:spLocks noGrp="1"/>
          </p:cNvSpPr>
          <p:nvPr>
            <p:ph type="ctrTitle"/>
          </p:nvPr>
        </p:nvSpPr>
        <p:spPr>
          <a:xfrm>
            <a:off x="1268962" y="655785"/>
            <a:ext cx="9619861" cy="803562"/>
          </a:xfrm>
          <a:prstGeom prst="rect">
            <a:avLst/>
          </a:prstGeom>
        </p:spPr>
        <p:txBody>
          <a:bodyPr lIns="91425" tIns="91425" rIns="91425" bIns="91425" anchor="t" anchorCtr="0">
            <a:normAutofit/>
          </a:bodyPr>
          <a:lstStyle>
            <a:lvl1pPr marL="0" lvl="0" indent="0" algn="ctr">
              <a:spcBef>
                <a:spcPts val="0"/>
              </a:spcBef>
              <a:buClr>
                <a:srgbClr val="F67031"/>
              </a:buClr>
              <a:buSzPct val="100000"/>
              <a:defRPr sz="3600" b="0" i="0">
                <a:solidFill>
                  <a:srgbClr val="DB5D00"/>
                </a:solidFill>
                <a:latin typeface="+mj-lt"/>
                <a:cs typeface="Arial" panose="020B0604020202020204" pitchFamily="34" charset="0"/>
              </a:defRPr>
            </a:lvl1pPr>
            <a:lvl2pPr lvl="1">
              <a:spcBef>
                <a:spcPts val="0"/>
              </a:spcBef>
              <a:buClr>
                <a:srgbClr val="F67031"/>
              </a:buClr>
              <a:buSzPct val="100000"/>
              <a:defRPr sz="4000" b="1">
                <a:solidFill>
                  <a:srgbClr val="F67031"/>
                </a:solidFill>
              </a:defRPr>
            </a:lvl2pPr>
            <a:lvl3pPr lvl="2">
              <a:spcBef>
                <a:spcPts val="0"/>
              </a:spcBef>
              <a:buClr>
                <a:srgbClr val="F67031"/>
              </a:buClr>
              <a:buSzPct val="100000"/>
              <a:defRPr sz="4000" b="1">
                <a:solidFill>
                  <a:srgbClr val="F67031"/>
                </a:solidFill>
              </a:defRPr>
            </a:lvl3pPr>
            <a:lvl4pPr lvl="3">
              <a:spcBef>
                <a:spcPts val="0"/>
              </a:spcBef>
              <a:buClr>
                <a:srgbClr val="F67031"/>
              </a:buClr>
              <a:buSzPct val="100000"/>
              <a:defRPr sz="4000" b="1">
                <a:solidFill>
                  <a:srgbClr val="F67031"/>
                </a:solidFill>
              </a:defRPr>
            </a:lvl4pPr>
            <a:lvl5pPr lvl="4">
              <a:spcBef>
                <a:spcPts val="0"/>
              </a:spcBef>
              <a:buClr>
                <a:srgbClr val="F67031"/>
              </a:buClr>
              <a:buSzPct val="100000"/>
              <a:defRPr sz="4000" b="1">
                <a:solidFill>
                  <a:srgbClr val="F67031"/>
                </a:solidFill>
              </a:defRPr>
            </a:lvl5pPr>
            <a:lvl6pPr lvl="5">
              <a:spcBef>
                <a:spcPts val="0"/>
              </a:spcBef>
              <a:buClr>
                <a:srgbClr val="F67031"/>
              </a:buClr>
              <a:buSzPct val="100000"/>
              <a:defRPr sz="4000" b="1">
                <a:solidFill>
                  <a:srgbClr val="F67031"/>
                </a:solidFill>
              </a:defRPr>
            </a:lvl6pPr>
            <a:lvl7pPr lvl="6">
              <a:spcBef>
                <a:spcPts val="0"/>
              </a:spcBef>
              <a:buClr>
                <a:srgbClr val="F67031"/>
              </a:buClr>
              <a:buSzPct val="100000"/>
              <a:defRPr sz="4000" b="1">
                <a:solidFill>
                  <a:srgbClr val="F67031"/>
                </a:solidFill>
              </a:defRPr>
            </a:lvl7pPr>
            <a:lvl8pPr lvl="7">
              <a:spcBef>
                <a:spcPts val="0"/>
              </a:spcBef>
              <a:buClr>
                <a:srgbClr val="F67031"/>
              </a:buClr>
              <a:buSzPct val="100000"/>
              <a:defRPr sz="4000" b="1">
                <a:solidFill>
                  <a:srgbClr val="F67031"/>
                </a:solidFill>
              </a:defRPr>
            </a:lvl8pPr>
            <a:lvl9pPr lvl="8">
              <a:spcBef>
                <a:spcPts val="0"/>
              </a:spcBef>
              <a:buClr>
                <a:srgbClr val="F67031"/>
              </a:buClr>
              <a:buSzPct val="100000"/>
              <a:defRPr sz="4000" b="1">
                <a:solidFill>
                  <a:srgbClr val="F67031"/>
                </a:solidFill>
              </a:defRPr>
            </a:lvl9pPr>
          </a:lstStyle>
          <a:p>
            <a:r>
              <a:rPr lang="en-US"/>
              <a:t>Click to edit Master title style</a:t>
            </a:r>
            <a:endParaRPr dirty="0"/>
          </a:p>
        </p:txBody>
      </p:sp>
      <p:sp>
        <p:nvSpPr>
          <p:cNvPr id="9" name="Content Placeholder 2">
            <a:extLst>
              <a:ext uri="{FF2B5EF4-FFF2-40B4-BE49-F238E27FC236}">
                <a16:creationId xmlns:a16="http://schemas.microsoft.com/office/drawing/2014/main" id="{EAFEA536-818C-4113-82BC-ED1B1E0FA45B}"/>
              </a:ext>
            </a:extLst>
          </p:cNvPr>
          <p:cNvSpPr>
            <a:spLocks noGrp="1"/>
          </p:cNvSpPr>
          <p:nvPr>
            <p:ph sz="quarter" idx="10"/>
          </p:nvPr>
        </p:nvSpPr>
        <p:spPr>
          <a:xfrm>
            <a:off x="1268962" y="1597887"/>
            <a:ext cx="9619861" cy="4541527"/>
          </a:xfrm>
        </p:spPr>
        <p:txBody>
          <a:bodyPr/>
          <a:lstStyle>
            <a:lvl1pPr>
              <a:defRPr>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pic>
        <p:nvPicPr>
          <p:cNvPr id="11" name="Picture 10">
            <a:extLst>
              <a:ext uri="{FF2B5EF4-FFF2-40B4-BE49-F238E27FC236}">
                <a16:creationId xmlns:a16="http://schemas.microsoft.com/office/drawing/2014/main" id="{731AE8DB-72BD-430F-8637-82C8D5F8EC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spTree>
    <p:extLst>
      <p:ext uri="{BB962C8B-B14F-4D97-AF65-F5344CB8AC3E}">
        <p14:creationId xmlns:p14="http://schemas.microsoft.com/office/powerpoint/2010/main" val="9749650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Custom Layout">
    <p:bg>
      <p:bgPr>
        <a:solidFill>
          <a:srgbClr val="002E38"/>
        </a:solidFill>
        <a:effectLst/>
      </p:bgPr>
    </p:bg>
    <p:spTree>
      <p:nvGrpSpPr>
        <p:cNvPr id="1" name=""/>
        <p:cNvGrpSpPr/>
        <p:nvPr/>
      </p:nvGrpSpPr>
      <p:grpSpPr>
        <a:xfrm>
          <a:off x="0" y="0"/>
          <a:ext cx="0" cy="0"/>
          <a:chOff x="0" y="0"/>
          <a:chExt cx="0" cy="0"/>
        </a:xfrm>
      </p:grpSpPr>
      <p:sp>
        <p:nvSpPr>
          <p:cNvPr id="5" name="Shape 35">
            <a:extLst>
              <a:ext uri="{FF2B5EF4-FFF2-40B4-BE49-F238E27FC236}">
                <a16:creationId xmlns:a16="http://schemas.microsoft.com/office/drawing/2014/main" id="{FFC42DD7-1B01-4240-B3D9-BCABDF47BCDC}"/>
              </a:ext>
            </a:extLst>
          </p:cNvPr>
          <p:cNvSpPr txBox="1">
            <a:spLocks noGrp="1"/>
          </p:cNvSpPr>
          <p:nvPr>
            <p:ph type="title"/>
          </p:nvPr>
        </p:nvSpPr>
        <p:spPr>
          <a:xfrm>
            <a:off x="345873" y="767333"/>
            <a:ext cx="2705237" cy="5308000"/>
          </a:xfrm>
          <a:prstGeom prst="rect">
            <a:avLst/>
          </a:prstGeom>
          <a:noFill/>
        </p:spPr>
        <p:txBody>
          <a:bodyPr lIns="91425" tIns="91425" rIns="91425" bIns="91425" anchor="t" anchorCtr="0"/>
          <a:lstStyle>
            <a:lvl1pPr marL="0" lvl="0" indent="0">
              <a:spcBef>
                <a:spcPts val="0"/>
              </a:spcBef>
              <a:defRPr b="0" i="0" baseline="0">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a:t>Click to edit Master title style</a:t>
            </a:r>
            <a:endParaRPr dirty="0"/>
          </a:p>
        </p:txBody>
      </p:sp>
      <p:pic>
        <p:nvPicPr>
          <p:cNvPr id="7" name="Picture 6">
            <a:extLst>
              <a:ext uri="{FF2B5EF4-FFF2-40B4-BE49-F238E27FC236}">
                <a16:creationId xmlns:a16="http://schemas.microsoft.com/office/drawing/2014/main" id="{DF9304E3-CBB7-47F0-AECD-03B12DE02F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2316"/>
            <a:ext cx="12192000" cy="609600"/>
          </a:xfrm>
          <a:prstGeom prst="rect">
            <a:avLst/>
          </a:prstGeom>
        </p:spPr>
      </p:pic>
      <p:sp>
        <p:nvSpPr>
          <p:cNvPr id="3" name="Content Placeholder 2">
            <a:extLst>
              <a:ext uri="{FF2B5EF4-FFF2-40B4-BE49-F238E27FC236}">
                <a16:creationId xmlns:a16="http://schemas.microsoft.com/office/drawing/2014/main" id="{555768F6-4556-429B-91CC-E16E3D0070C7}"/>
              </a:ext>
            </a:extLst>
          </p:cNvPr>
          <p:cNvSpPr>
            <a:spLocks noGrp="1"/>
          </p:cNvSpPr>
          <p:nvPr>
            <p:ph sz="quarter" idx="10"/>
          </p:nvPr>
        </p:nvSpPr>
        <p:spPr>
          <a:xfrm>
            <a:off x="4236098" y="766763"/>
            <a:ext cx="7638022" cy="530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8" name="Shape 8">
            <a:extLst>
              <a:ext uri="{FF2B5EF4-FFF2-40B4-BE49-F238E27FC236}">
                <a16:creationId xmlns:a16="http://schemas.microsoft.com/office/drawing/2014/main" id="{0C7D098E-885D-4128-9DA0-B4513CAE94A8}"/>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E94C7E4-063C-489C-858A-DF1075A66E82}" type="slidenum">
              <a:rPr lang="en-CA" smtClean="0"/>
              <a:t>‹#›</a:t>
            </a:fld>
            <a:endParaRPr lang="en-CA"/>
          </a:p>
        </p:txBody>
      </p:sp>
    </p:spTree>
    <p:extLst>
      <p:ext uri="{BB962C8B-B14F-4D97-AF65-F5344CB8AC3E}">
        <p14:creationId xmlns:p14="http://schemas.microsoft.com/office/powerpoint/2010/main" val="581669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_Custom Layout">
    <p:bg>
      <p:bgPr>
        <a:solidFill>
          <a:schemeClr val="accent1"/>
        </a:solidFill>
        <a:effectLst/>
      </p:bgPr>
    </p:bg>
    <p:spTree>
      <p:nvGrpSpPr>
        <p:cNvPr id="1" name=""/>
        <p:cNvGrpSpPr/>
        <p:nvPr/>
      </p:nvGrpSpPr>
      <p:grpSpPr>
        <a:xfrm>
          <a:off x="0" y="0"/>
          <a:ext cx="0" cy="0"/>
          <a:chOff x="0" y="0"/>
          <a:chExt cx="0" cy="0"/>
        </a:xfrm>
      </p:grpSpPr>
      <p:sp>
        <p:nvSpPr>
          <p:cNvPr id="5" name="Shape 35">
            <a:extLst>
              <a:ext uri="{FF2B5EF4-FFF2-40B4-BE49-F238E27FC236}">
                <a16:creationId xmlns:a16="http://schemas.microsoft.com/office/drawing/2014/main" id="{FFC42DD7-1B01-4240-B3D9-BCABDF47BCDC}"/>
              </a:ext>
            </a:extLst>
          </p:cNvPr>
          <p:cNvSpPr txBox="1">
            <a:spLocks noGrp="1"/>
          </p:cNvSpPr>
          <p:nvPr>
            <p:ph type="title"/>
          </p:nvPr>
        </p:nvSpPr>
        <p:spPr>
          <a:xfrm>
            <a:off x="345873" y="767333"/>
            <a:ext cx="2705237" cy="5308000"/>
          </a:xfrm>
          <a:prstGeom prst="rect">
            <a:avLst/>
          </a:prstGeom>
          <a:noFill/>
        </p:spPr>
        <p:txBody>
          <a:bodyPr lIns="91425" tIns="91425" rIns="91425" bIns="91425" anchor="t" anchorCtr="0"/>
          <a:lstStyle>
            <a:lvl1pPr marL="0" lvl="0" indent="0">
              <a:spcBef>
                <a:spcPts val="0"/>
              </a:spcBef>
              <a:defRPr b="0" i="0" baseline="0">
                <a:latin typeface="+mj-lt"/>
                <a:cs typeface="Arial" panose="020B0604020202020204" pitchFamily="34" charset="0"/>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r>
              <a:rPr lang="en-US"/>
              <a:t>Click to edit Master title style</a:t>
            </a:r>
            <a:endParaRPr dirty="0"/>
          </a:p>
        </p:txBody>
      </p:sp>
      <p:pic>
        <p:nvPicPr>
          <p:cNvPr id="6" name="Picture 5">
            <a:extLst>
              <a:ext uri="{FF2B5EF4-FFF2-40B4-BE49-F238E27FC236}">
                <a16:creationId xmlns:a16="http://schemas.microsoft.com/office/drawing/2014/main" id="{0FF13D97-28DF-4025-824C-8F02F06BA7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sp>
        <p:nvSpPr>
          <p:cNvPr id="3" name="Content Placeholder 2">
            <a:extLst>
              <a:ext uri="{FF2B5EF4-FFF2-40B4-BE49-F238E27FC236}">
                <a16:creationId xmlns:a16="http://schemas.microsoft.com/office/drawing/2014/main" id="{555768F6-4556-429B-91CC-E16E3D0070C7}"/>
              </a:ext>
            </a:extLst>
          </p:cNvPr>
          <p:cNvSpPr>
            <a:spLocks noGrp="1"/>
          </p:cNvSpPr>
          <p:nvPr>
            <p:ph sz="quarter" idx="10"/>
          </p:nvPr>
        </p:nvSpPr>
        <p:spPr>
          <a:xfrm>
            <a:off x="4236098" y="766763"/>
            <a:ext cx="7638022" cy="530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8" name="Shape 8">
            <a:extLst>
              <a:ext uri="{FF2B5EF4-FFF2-40B4-BE49-F238E27FC236}">
                <a16:creationId xmlns:a16="http://schemas.microsoft.com/office/drawing/2014/main" id="{0C7D098E-885D-4128-9DA0-B4513CAE94A8}"/>
              </a:ext>
            </a:extLst>
          </p:cNvPr>
          <p:cNvSpPr txBox="1">
            <a:spLocks noGrp="1"/>
          </p:cNvSpPr>
          <p:nvPr>
            <p:ph type="sldNum" idx="12"/>
          </p:nvPr>
        </p:nvSpPr>
        <p:spPr>
          <a:xfrm>
            <a:off x="298577" y="6242180"/>
            <a:ext cx="792000" cy="252000"/>
          </a:xfrm>
          <a:prstGeom prst="rect">
            <a:avLst/>
          </a:prstGeom>
          <a:noFill/>
          <a:ln>
            <a:noFill/>
          </a:ln>
        </p:spPr>
        <p:txBody>
          <a:bodyPr lIns="91425" tIns="91425" rIns="91425" bIns="91425" anchor="ctr" anchorCtr="0">
            <a:noAutofit/>
          </a:bodyPr>
          <a:lstStyle>
            <a:lvl1pPr algn="l">
              <a:defRPr sz="1200">
                <a:solidFill>
                  <a:schemeClr val="bg1"/>
                </a:solidFill>
              </a:defRPr>
            </a:lvl1pPr>
          </a:lstStyle>
          <a:p>
            <a:fld id="{BE94C7E4-063C-489C-858A-DF1075A66E82}" type="slidenum">
              <a:rPr lang="en-CA" smtClean="0"/>
              <a:t>‹#›</a:t>
            </a:fld>
            <a:endParaRPr lang="en-CA"/>
          </a:p>
        </p:txBody>
      </p:sp>
    </p:spTree>
    <p:extLst>
      <p:ext uri="{BB962C8B-B14F-4D97-AF65-F5344CB8AC3E}">
        <p14:creationId xmlns:p14="http://schemas.microsoft.com/office/powerpoint/2010/main" val="42764210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 1 column half - Dark Teal">
    <p:bg>
      <p:bgPr>
        <a:solidFill>
          <a:srgbClr val="002E38"/>
        </a:solidFill>
        <a:effectLst/>
      </p:bgPr>
    </p:bg>
    <p:spTree>
      <p:nvGrpSpPr>
        <p:cNvPr id="1" name="Shape 59"/>
        <p:cNvGrpSpPr/>
        <p:nvPr/>
      </p:nvGrpSpPr>
      <p:grpSpPr>
        <a:xfrm>
          <a:off x="0" y="0"/>
          <a:ext cx="0" cy="0"/>
          <a:chOff x="0" y="0"/>
          <a:chExt cx="0" cy="0"/>
        </a:xfrm>
      </p:grpSpPr>
      <p:sp>
        <p:nvSpPr>
          <p:cNvPr id="60" name="Shape 60"/>
          <p:cNvSpPr/>
          <p:nvPr/>
        </p:nvSpPr>
        <p:spPr>
          <a:xfrm flipH="1">
            <a:off x="-917" y="0"/>
            <a:ext cx="6100800"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62" name="Shape 62"/>
          <p:cNvSpPr txBox="1">
            <a:spLocks noGrp="1"/>
          </p:cNvSpPr>
          <p:nvPr>
            <p:ph type="title"/>
          </p:nvPr>
        </p:nvSpPr>
        <p:spPr>
          <a:xfrm>
            <a:off x="362033" y="767333"/>
            <a:ext cx="5026761" cy="1298000"/>
          </a:xfrm>
          <a:prstGeom prst="rect">
            <a:avLst/>
          </a:prstGeom>
        </p:spPr>
        <p:txBody>
          <a:bodyPr lIns="91425" tIns="91425" rIns="91425" bIns="91425" anchor="b" anchorCtr="0">
            <a:normAutofit/>
          </a:bodyPr>
          <a:lstStyle>
            <a:lvl1pPr marL="0" lvl="0" indent="0" rtl="0">
              <a:spcBef>
                <a:spcPts val="0"/>
              </a:spcBef>
              <a:buClr>
                <a:srgbClr val="F67031"/>
              </a:buClr>
              <a:defRPr sz="3200" b="0" i="0">
                <a:solidFill>
                  <a:srgbClr val="DB5D00"/>
                </a:solidFill>
                <a:latin typeface="+mj-lt"/>
                <a:cs typeface="Arial" panose="020B0604020202020204" pitchFamily="34" charset="0"/>
              </a:defRPr>
            </a:lvl1pPr>
            <a:lvl2pPr lvl="1" rtl="0">
              <a:spcBef>
                <a:spcPts val="0"/>
              </a:spcBef>
              <a:buClr>
                <a:srgbClr val="F67031"/>
              </a:buClr>
              <a:defRPr>
                <a:solidFill>
                  <a:srgbClr val="F67031"/>
                </a:solidFill>
              </a:defRPr>
            </a:lvl2pPr>
            <a:lvl3pPr lvl="2" rtl="0">
              <a:spcBef>
                <a:spcPts val="0"/>
              </a:spcBef>
              <a:buClr>
                <a:srgbClr val="F67031"/>
              </a:buClr>
              <a:defRPr>
                <a:solidFill>
                  <a:srgbClr val="F67031"/>
                </a:solidFill>
              </a:defRPr>
            </a:lvl3pPr>
            <a:lvl4pPr lvl="3" rtl="0">
              <a:spcBef>
                <a:spcPts val="0"/>
              </a:spcBef>
              <a:buClr>
                <a:srgbClr val="F67031"/>
              </a:buClr>
              <a:defRPr>
                <a:solidFill>
                  <a:srgbClr val="F67031"/>
                </a:solidFill>
              </a:defRPr>
            </a:lvl4pPr>
            <a:lvl5pPr lvl="4" rtl="0">
              <a:spcBef>
                <a:spcPts val="0"/>
              </a:spcBef>
              <a:buClr>
                <a:srgbClr val="F67031"/>
              </a:buClr>
              <a:defRPr>
                <a:solidFill>
                  <a:srgbClr val="F67031"/>
                </a:solidFill>
              </a:defRPr>
            </a:lvl5pPr>
            <a:lvl6pPr lvl="5" rtl="0">
              <a:spcBef>
                <a:spcPts val="0"/>
              </a:spcBef>
              <a:buClr>
                <a:srgbClr val="F67031"/>
              </a:buClr>
              <a:defRPr>
                <a:solidFill>
                  <a:srgbClr val="F67031"/>
                </a:solidFill>
              </a:defRPr>
            </a:lvl6pPr>
            <a:lvl7pPr lvl="6" rtl="0">
              <a:spcBef>
                <a:spcPts val="0"/>
              </a:spcBef>
              <a:buClr>
                <a:srgbClr val="F67031"/>
              </a:buClr>
              <a:defRPr>
                <a:solidFill>
                  <a:srgbClr val="F67031"/>
                </a:solidFill>
              </a:defRPr>
            </a:lvl7pPr>
            <a:lvl8pPr lvl="7" rtl="0">
              <a:spcBef>
                <a:spcPts val="0"/>
              </a:spcBef>
              <a:buClr>
                <a:srgbClr val="F67031"/>
              </a:buClr>
              <a:defRPr>
                <a:solidFill>
                  <a:srgbClr val="F67031"/>
                </a:solidFill>
              </a:defRPr>
            </a:lvl8pPr>
            <a:lvl9pPr lvl="8" rtl="0">
              <a:spcBef>
                <a:spcPts val="0"/>
              </a:spcBef>
              <a:buClr>
                <a:srgbClr val="F67031"/>
              </a:buClr>
              <a:defRPr>
                <a:solidFill>
                  <a:srgbClr val="F67031"/>
                </a:solidFill>
              </a:defRPr>
            </a:lvl9pPr>
          </a:lstStyle>
          <a:p>
            <a:r>
              <a:rPr lang="en-US"/>
              <a:t>Click to edit Master title style</a:t>
            </a:r>
            <a:endParaRPr dirty="0"/>
          </a:p>
        </p:txBody>
      </p:sp>
      <p:sp>
        <p:nvSpPr>
          <p:cNvPr id="64" name="Shape 64"/>
          <p:cNvSpPr txBox="1">
            <a:spLocks noGrp="1"/>
          </p:cNvSpPr>
          <p:nvPr>
            <p:ph type="body" idx="1"/>
          </p:nvPr>
        </p:nvSpPr>
        <p:spPr>
          <a:xfrm>
            <a:off x="362033" y="2131467"/>
            <a:ext cx="5026761" cy="3943600"/>
          </a:xfrm>
          <a:prstGeom prst="rect">
            <a:avLst/>
          </a:prstGeom>
        </p:spPr>
        <p:txBody>
          <a:bodyPr lIns="91425" tIns="91425" rIns="91425" bIns="91425" anchor="t" anchorCtr="0">
            <a:normAutofit/>
          </a:bodyPr>
          <a:lstStyle>
            <a:lvl1pPr marL="0" lvl="0" indent="0" rtl="0">
              <a:spcBef>
                <a:spcPts val="0"/>
              </a:spcBef>
              <a:buSzPct val="100000"/>
              <a:buNone/>
              <a:defRPr sz="1800" b="0" i="0">
                <a:solidFill>
                  <a:schemeClr val="bg2">
                    <a:lumMod val="25000"/>
                  </a:schemeClr>
                </a:solidFill>
                <a:latin typeface="+mn-lt"/>
              </a:defRPr>
            </a:lvl1pPr>
            <a:lvl2pPr lvl="1" rtl="0">
              <a:spcBef>
                <a:spcPts val="0"/>
              </a:spcBef>
              <a:buSzPct val="100000"/>
              <a:defRPr sz="1600"/>
            </a:lvl2pPr>
            <a:lvl3pPr lvl="2" rtl="0">
              <a:spcBef>
                <a:spcPts val="0"/>
              </a:spcBef>
              <a:buSzPct val="100000"/>
              <a:defRPr sz="1600"/>
            </a:lvl3pPr>
            <a:lvl4pPr lvl="3" rtl="0">
              <a:spcBef>
                <a:spcPts val="0"/>
              </a:spcBef>
              <a:buSzPct val="100000"/>
              <a:defRPr sz="1600"/>
            </a:lvl4pPr>
            <a:lvl5pPr lvl="4" rtl="0">
              <a:spcBef>
                <a:spcPts val="0"/>
              </a:spcBef>
              <a:buSzPct val="100000"/>
              <a:defRPr sz="1600"/>
            </a:lvl5pPr>
            <a:lvl6pPr lvl="5" rtl="0">
              <a:spcBef>
                <a:spcPts val="0"/>
              </a:spcBef>
              <a:buSzPct val="100000"/>
              <a:defRPr sz="1600"/>
            </a:lvl6pPr>
            <a:lvl7pPr lvl="6" rtl="0">
              <a:spcBef>
                <a:spcPts val="0"/>
              </a:spcBef>
              <a:buSzPct val="100000"/>
              <a:defRPr sz="1600"/>
            </a:lvl7pPr>
            <a:lvl8pPr lvl="7" rtl="0">
              <a:spcBef>
                <a:spcPts val="0"/>
              </a:spcBef>
              <a:buSzPct val="100000"/>
              <a:defRPr sz="1600"/>
            </a:lvl8pPr>
            <a:lvl9pPr lvl="8" rtl="0">
              <a:spcBef>
                <a:spcPts val="0"/>
              </a:spcBef>
              <a:buSzPct val="100000"/>
              <a:defRPr sz="1600"/>
            </a:lvl9pPr>
          </a:lstStyle>
          <a:p>
            <a:pPr lvl="0"/>
            <a:r>
              <a:rPr lang="en-US"/>
              <a:t>Click to edit Master text styles</a:t>
            </a:r>
          </a:p>
        </p:txBody>
      </p:sp>
      <p:pic>
        <p:nvPicPr>
          <p:cNvPr id="6" name="Picture 5">
            <a:extLst>
              <a:ext uri="{FF2B5EF4-FFF2-40B4-BE49-F238E27FC236}">
                <a16:creationId xmlns:a16="http://schemas.microsoft.com/office/drawing/2014/main" id="{27BF58FA-C379-40D6-B1F6-E699B6F8D2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555" y="6217130"/>
            <a:ext cx="1194085" cy="540000"/>
          </a:xfrm>
          <a:prstGeom prst="rect">
            <a:avLst/>
          </a:prstGeom>
        </p:spPr>
      </p:pic>
    </p:spTree>
    <p:extLst>
      <p:ext uri="{BB962C8B-B14F-4D97-AF65-F5344CB8AC3E}">
        <p14:creationId xmlns:p14="http://schemas.microsoft.com/office/powerpoint/2010/main" val="2310604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 1 column half - Orange">
    <p:bg>
      <p:bgPr>
        <a:solidFill>
          <a:schemeClr val="accent1"/>
        </a:solidFill>
        <a:effectLst/>
      </p:bgPr>
    </p:bg>
    <p:spTree>
      <p:nvGrpSpPr>
        <p:cNvPr id="1" name="Shape 59"/>
        <p:cNvGrpSpPr/>
        <p:nvPr/>
      </p:nvGrpSpPr>
      <p:grpSpPr>
        <a:xfrm>
          <a:off x="0" y="0"/>
          <a:ext cx="0" cy="0"/>
          <a:chOff x="0" y="0"/>
          <a:chExt cx="0" cy="0"/>
        </a:xfrm>
      </p:grpSpPr>
      <p:sp>
        <p:nvSpPr>
          <p:cNvPr id="60" name="Shape 60"/>
          <p:cNvSpPr/>
          <p:nvPr/>
        </p:nvSpPr>
        <p:spPr>
          <a:xfrm flipH="1">
            <a:off x="-917" y="0"/>
            <a:ext cx="6100800" cy="6858000"/>
          </a:xfrm>
          <a:prstGeom prst="rect">
            <a:avLst/>
          </a:prstGeom>
          <a:solidFill>
            <a:srgbClr val="FFFFFF"/>
          </a:solidFill>
          <a:ln>
            <a:noFill/>
          </a:ln>
        </p:spPr>
        <p:txBody>
          <a:bodyPr lIns="121900" tIns="121900" rIns="121900" bIns="121900" anchor="ctr" anchorCtr="0">
            <a:noAutofit/>
          </a:bodyPr>
          <a:lstStyle/>
          <a:p>
            <a:pPr lvl="0">
              <a:spcBef>
                <a:spcPts val="0"/>
              </a:spcBef>
              <a:buNone/>
            </a:pPr>
            <a:endParaRPr sz="2400" dirty="0"/>
          </a:p>
        </p:txBody>
      </p:sp>
      <p:sp>
        <p:nvSpPr>
          <p:cNvPr id="62" name="Shape 62"/>
          <p:cNvSpPr txBox="1">
            <a:spLocks noGrp="1"/>
          </p:cNvSpPr>
          <p:nvPr>
            <p:ph type="title"/>
          </p:nvPr>
        </p:nvSpPr>
        <p:spPr>
          <a:xfrm>
            <a:off x="362033" y="767333"/>
            <a:ext cx="5026761" cy="1298000"/>
          </a:xfrm>
          <a:prstGeom prst="rect">
            <a:avLst/>
          </a:prstGeom>
        </p:spPr>
        <p:txBody>
          <a:bodyPr lIns="91425" tIns="91425" rIns="91425" bIns="91425" anchor="b" anchorCtr="0">
            <a:normAutofit/>
          </a:bodyPr>
          <a:lstStyle>
            <a:lvl1pPr marL="0" lvl="0" indent="0" rtl="0">
              <a:spcBef>
                <a:spcPts val="0"/>
              </a:spcBef>
              <a:buClr>
                <a:srgbClr val="F67031"/>
              </a:buClr>
              <a:defRPr sz="3200" b="0" i="0">
                <a:solidFill>
                  <a:srgbClr val="DB5D00"/>
                </a:solidFill>
                <a:latin typeface="+mj-lt"/>
                <a:cs typeface="Arial" panose="020B0604020202020204" pitchFamily="34" charset="0"/>
              </a:defRPr>
            </a:lvl1pPr>
            <a:lvl2pPr lvl="1" rtl="0">
              <a:spcBef>
                <a:spcPts val="0"/>
              </a:spcBef>
              <a:buClr>
                <a:srgbClr val="F67031"/>
              </a:buClr>
              <a:defRPr>
                <a:solidFill>
                  <a:srgbClr val="F67031"/>
                </a:solidFill>
              </a:defRPr>
            </a:lvl2pPr>
            <a:lvl3pPr lvl="2" rtl="0">
              <a:spcBef>
                <a:spcPts val="0"/>
              </a:spcBef>
              <a:buClr>
                <a:srgbClr val="F67031"/>
              </a:buClr>
              <a:defRPr>
                <a:solidFill>
                  <a:srgbClr val="F67031"/>
                </a:solidFill>
              </a:defRPr>
            </a:lvl3pPr>
            <a:lvl4pPr lvl="3" rtl="0">
              <a:spcBef>
                <a:spcPts val="0"/>
              </a:spcBef>
              <a:buClr>
                <a:srgbClr val="F67031"/>
              </a:buClr>
              <a:defRPr>
                <a:solidFill>
                  <a:srgbClr val="F67031"/>
                </a:solidFill>
              </a:defRPr>
            </a:lvl4pPr>
            <a:lvl5pPr lvl="4" rtl="0">
              <a:spcBef>
                <a:spcPts val="0"/>
              </a:spcBef>
              <a:buClr>
                <a:srgbClr val="F67031"/>
              </a:buClr>
              <a:defRPr>
                <a:solidFill>
                  <a:srgbClr val="F67031"/>
                </a:solidFill>
              </a:defRPr>
            </a:lvl5pPr>
            <a:lvl6pPr lvl="5" rtl="0">
              <a:spcBef>
                <a:spcPts val="0"/>
              </a:spcBef>
              <a:buClr>
                <a:srgbClr val="F67031"/>
              </a:buClr>
              <a:defRPr>
                <a:solidFill>
                  <a:srgbClr val="F67031"/>
                </a:solidFill>
              </a:defRPr>
            </a:lvl6pPr>
            <a:lvl7pPr lvl="6" rtl="0">
              <a:spcBef>
                <a:spcPts val="0"/>
              </a:spcBef>
              <a:buClr>
                <a:srgbClr val="F67031"/>
              </a:buClr>
              <a:defRPr>
                <a:solidFill>
                  <a:srgbClr val="F67031"/>
                </a:solidFill>
              </a:defRPr>
            </a:lvl7pPr>
            <a:lvl8pPr lvl="7" rtl="0">
              <a:spcBef>
                <a:spcPts val="0"/>
              </a:spcBef>
              <a:buClr>
                <a:srgbClr val="F67031"/>
              </a:buClr>
              <a:defRPr>
                <a:solidFill>
                  <a:srgbClr val="F67031"/>
                </a:solidFill>
              </a:defRPr>
            </a:lvl8pPr>
            <a:lvl9pPr lvl="8" rtl="0">
              <a:spcBef>
                <a:spcPts val="0"/>
              </a:spcBef>
              <a:buClr>
                <a:srgbClr val="F67031"/>
              </a:buClr>
              <a:defRPr>
                <a:solidFill>
                  <a:srgbClr val="F67031"/>
                </a:solidFill>
              </a:defRPr>
            </a:lvl9pPr>
          </a:lstStyle>
          <a:p>
            <a:r>
              <a:rPr lang="en-US"/>
              <a:t>Click to edit Master title style</a:t>
            </a:r>
            <a:endParaRPr dirty="0"/>
          </a:p>
        </p:txBody>
      </p:sp>
      <p:sp>
        <p:nvSpPr>
          <p:cNvPr id="64" name="Shape 64"/>
          <p:cNvSpPr txBox="1">
            <a:spLocks noGrp="1"/>
          </p:cNvSpPr>
          <p:nvPr>
            <p:ph type="body" idx="1"/>
          </p:nvPr>
        </p:nvSpPr>
        <p:spPr>
          <a:xfrm>
            <a:off x="362033" y="2131467"/>
            <a:ext cx="5026761" cy="3943600"/>
          </a:xfrm>
          <a:prstGeom prst="rect">
            <a:avLst/>
          </a:prstGeom>
        </p:spPr>
        <p:txBody>
          <a:bodyPr lIns="91425" tIns="91425" rIns="91425" bIns="91425" anchor="t" anchorCtr="0">
            <a:normAutofit/>
          </a:bodyPr>
          <a:lstStyle>
            <a:lvl1pPr marL="0" lvl="0" indent="0" rtl="0">
              <a:spcBef>
                <a:spcPts val="0"/>
              </a:spcBef>
              <a:buSzPct val="100000"/>
              <a:buNone/>
              <a:defRPr sz="1800" b="0" i="0">
                <a:solidFill>
                  <a:schemeClr val="bg2">
                    <a:lumMod val="25000"/>
                  </a:schemeClr>
                </a:solidFill>
                <a:latin typeface="+mn-lt"/>
              </a:defRPr>
            </a:lvl1pPr>
            <a:lvl2pPr lvl="1" rtl="0">
              <a:spcBef>
                <a:spcPts val="0"/>
              </a:spcBef>
              <a:buSzPct val="100000"/>
              <a:defRPr sz="1600"/>
            </a:lvl2pPr>
            <a:lvl3pPr lvl="2" rtl="0">
              <a:spcBef>
                <a:spcPts val="0"/>
              </a:spcBef>
              <a:buSzPct val="100000"/>
              <a:defRPr sz="1600"/>
            </a:lvl3pPr>
            <a:lvl4pPr lvl="3" rtl="0">
              <a:spcBef>
                <a:spcPts val="0"/>
              </a:spcBef>
              <a:buSzPct val="100000"/>
              <a:defRPr sz="1600"/>
            </a:lvl4pPr>
            <a:lvl5pPr lvl="4" rtl="0">
              <a:spcBef>
                <a:spcPts val="0"/>
              </a:spcBef>
              <a:buSzPct val="100000"/>
              <a:defRPr sz="1600"/>
            </a:lvl5pPr>
            <a:lvl6pPr lvl="5" rtl="0">
              <a:spcBef>
                <a:spcPts val="0"/>
              </a:spcBef>
              <a:buSzPct val="100000"/>
              <a:defRPr sz="1600"/>
            </a:lvl6pPr>
            <a:lvl7pPr lvl="6" rtl="0">
              <a:spcBef>
                <a:spcPts val="0"/>
              </a:spcBef>
              <a:buSzPct val="100000"/>
              <a:defRPr sz="1600"/>
            </a:lvl7pPr>
            <a:lvl8pPr lvl="7" rtl="0">
              <a:spcBef>
                <a:spcPts val="0"/>
              </a:spcBef>
              <a:buSzPct val="100000"/>
              <a:defRPr sz="1600"/>
            </a:lvl8pPr>
            <a:lvl9pPr lvl="8" rtl="0">
              <a:spcBef>
                <a:spcPts val="0"/>
              </a:spcBef>
              <a:buSzPct val="100000"/>
              <a:defRPr sz="1600"/>
            </a:lvl9pPr>
          </a:lstStyle>
          <a:p>
            <a:pPr lvl="0"/>
            <a:r>
              <a:rPr lang="en-US"/>
              <a:t>Click to edit Master text styles</a:t>
            </a:r>
          </a:p>
        </p:txBody>
      </p:sp>
      <p:pic>
        <p:nvPicPr>
          <p:cNvPr id="6" name="Picture 5">
            <a:extLst>
              <a:ext uri="{FF2B5EF4-FFF2-40B4-BE49-F238E27FC236}">
                <a16:creationId xmlns:a16="http://schemas.microsoft.com/office/drawing/2014/main" id="{27BF58FA-C379-40D6-B1F6-E699B6F8D2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555" y="6217130"/>
            <a:ext cx="1194085" cy="540000"/>
          </a:xfrm>
          <a:prstGeom prst="rect">
            <a:avLst/>
          </a:prstGeom>
        </p:spPr>
      </p:pic>
    </p:spTree>
    <p:extLst>
      <p:ext uri="{BB962C8B-B14F-4D97-AF65-F5344CB8AC3E}">
        <p14:creationId xmlns:p14="http://schemas.microsoft.com/office/powerpoint/2010/main" val="1482633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_Custom Layout">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0" name="Parallelogram 29">
            <a:extLst>
              <a:ext uri="{FF2B5EF4-FFF2-40B4-BE49-F238E27FC236}">
                <a16:creationId xmlns:a16="http://schemas.microsoft.com/office/drawing/2014/main" id="{5FA9E3B7-875F-457A-8D3D-719CEF43F1DA}"/>
              </a:ext>
            </a:extLst>
          </p:cNvPr>
          <p:cNvSpPr/>
          <p:nvPr/>
        </p:nvSpPr>
        <p:spPr>
          <a:xfrm>
            <a:off x="6974794" y="0"/>
            <a:ext cx="1068224" cy="6858000"/>
          </a:xfrm>
          <a:prstGeom prst="parallelogram">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Rectangle 31">
            <a:extLst>
              <a:ext uri="{FF2B5EF4-FFF2-40B4-BE49-F238E27FC236}">
                <a16:creationId xmlns:a16="http://schemas.microsoft.com/office/drawing/2014/main" id="{74F32C6E-8CC6-4FE2-BB72-AE5E967724F7}"/>
              </a:ext>
            </a:extLst>
          </p:cNvPr>
          <p:cNvSpPr/>
          <p:nvPr/>
        </p:nvSpPr>
        <p:spPr>
          <a:xfrm>
            <a:off x="3692696" y="0"/>
            <a:ext cx="4016522"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Rectangle 28">
            <a:extLst>
              <a:ext uri="{FF2B5EF4-FFF2-40B4-BE49-F238E27FC236}">
                <a16:creationId xmlns:a16="http://schemas.microsoft.com/office/drawing/2014/main" id="{AD66C86D-DDE7-4C55-BB1E-C456EE738352}"/>
              </a:ext>
            </a:extLst>
          </p:cNvPr>
          <p:cNvSpPr/>
          <p:nvPr/>
        </p:nvSpPr>
        <p:spPr>
          <a:xfrm>
            <a:off x="-60299" y="0"/>
            <a:ext cx="352941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lumMod val="50000"/>
                </a:schemeClr>
              </a:solidFill>
            </a:endParaRPr>
          </a:p>
        </p:txBody>
      </p:sp>
      <p:sp>
        <p:nvSpPr>
          <p:cNvPr id="28" name="Parallelogram 27">
            <a:extLst>
              <a:ext uri="{FF2B5EF4-FFF2-40B4-BE49-F238E27FC236}">
                <a16:creationId xmlns:a16="http://schemas.microsoft.com/office/drawing/2014/main" id="{7D769EB4-3CC4-497B-8DD2-70EA69FFB28D}"/>
              </a:ext>
            </a:extLst>
          </p:cNvPr>
          <p:cNvSpPr/>
          <p:nvPr/>
        </p:nvSpPr>
        <p:spPr>
          <a:xfrm>
            <a:off x="3067941" y="0"/>
            <a:ext cx="1068224" cy="6858000"/>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Content Placeholder 2">
            <a:extLst>
              <a:ext uri="{FF2B5EF4-FFF2-40B4-BE49-F238E27FC236}">
                <a16:creationId xmlns:a16="http://schemas.microsoft.com/office/drawing/2014/main" id="{8ED26EEF-515D-4487-94A7-DA43AE40D532}"/>
              </a:ext>
            </a:extLst>
          </p:cNvPr>
          <p:cNvSpPr>
            <a:spLocks noGrp="1"/>
          </p:cNvSpPr>
          <p:nvPr>
            <p:ph sz="quarter" idx="13"/>
          </p:nvPr>
        </p:nvSpPr>
        <p:spPr>
          <a:xfrm>
            <a:off x="8170694" y="473508"/>
            <a:ext cx="2710953" cy="5705619"/>
          </a:xfrm>
        </p:spPr>
        <p:txBody>
          <a:bodyPr>
            <a:normAutofit/>
          </a:bodyPr>
          <a:lstStyle>
            <a:lvl1pPr marL="0" indent="0">
              <a:buNone/>
              <a:defRPr sz="1600">
                <a:solidFill>
                  <a:schemeClr val="tx2">
                    <a:lumMod val="75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
        <p:nvSpPr>
          <p:cNvPr id="38" name="Content Placeholder 2">
            <a:extLst>
              <a:ext uri="{FF2B5EF4-FFF2-40B4-BE49-F238E27FC236}">
                <a16:creationId xmlns:a16="http://schemas.microsoft.com/office/drawing/2014/main" id="{3C885519-9ABB-40EF-AB97-7FE43652C796}"/>
              </a:ext>
            </a:extLst>
          </p:cNvPr>
          <p:cNvSpPr>
            <a:spLocks noGrp="1"/>
          </p:cNvSpPr>
          <p:nvPr>
            <p:ph sz="quarter" idx="14"/>
          </p:nvPr>
        </p:nvSpPr>
        <p:spPr>
          <a:xfrm>
            <a:off x="4263841" y="480580"/>
            <a:ext cx="2710953" cy="5705619"/>
          </a:xfrm>
        </p:spPr>
        <p:txBody>
          <a:bodyPr>
            <a:normAutofit/>
          </a:bodyPr>
          <a:lstStyle>
            <a:lvl1pPr marL="0" indent="0">
              <a:buNone/>
              <a:defRPr sz="1600">
                <a:solidFill>
                  <a:schemeClr val="tx2">
                    <a:lumMod val="75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
        <p:nvSpPr>
          <p:cNvPr id="39" name="Content Placeholder 2">
            <a:extLst>
              <a:ext uri="{FF2B5EF4-FFF2-40B4-BE49-F238E27FC236}">
                <a16:creationId xmlns:a16="http://schemas.microsoft.com/office/drawing/2014/main" id="{11007F1F-FAE4-4CE9-8C33-4B7C8C4F1496}"/>
              </a:ext>
            </a:extLst>
          </p:cNvPr>
          <p:cNvSpPr>
            <a:spLocks noGrp="1"/>
          </p:cNvSpPr>
          <p:nvPr>
            <p:ph sz="quarter" idx="15"/>
          </p:nvPr>
        </p:nvSpPr>
        <p:spPr>
          <a:xfrm>
            <a:off x="322957" y="471199"/>
            <a:ext cx="2710953" cy="5705619"/>
          </a:xfrm>
        </p:spPr>
        <p:txBody>
          <a:bodyPr>
            <a:normAutofit/>
          </a:bodyPr>
          <a:lstStyle>
            <a:lvl1pPr marL="0" indent="0">
              <a:buNone/>
              <a:defRPr sz="1600">
                <a:solidFill>
                  <a:schemeClr val="tx2">
                    <a:lumMod val="50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pic>
        <p:nvPicPr>
          <p:cNvPr id="10" name="Picture 9">
            <a:extLst>
              <a:ext uri="{FF2B5EF4-FFF2-40B4-BE49-F238E27FC236}">
                <a16:creationId xmlns:a16="http://schemas.microsoft.com/office/drawing/2014/main" id="{41774F09-69BC-44FF-A162-DED58623E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2316"/>
            <a:ext cx="12192000" cy="609600"/>
          </a:xfrm>
          <a:prstGeom prst="rect">
            <a:avLst/>
          </a:prstGeom>
        </p:spPr>
      </p:pic>
    </p:spTree>
    <p:extLst>
      <p:ext uri="{BB962C8B-B14F-4D97-AF65-F5344CB8AC3E}">
        <p14:creationId xmlns:p14="http://schemas.microsoft.com/office/powerpoint/2010/main" val="33308861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ustom Layou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0" name="Parallelogram 29">
            <a:extLst>
              <a:ext uri="{FF2B5EF4-FFF2-40B4-BE49-F238E27FC236}">
                <a16:creationId xmlns:a16="http://schemas.microsoft.com/office/drawing/2014/main" id="{5FA9E3B7-875F-457A-8D3D-719CEF43F1DA}"/>
              </a:ext>
            </a:extLst>
          </p:cNvPr>
          <p:cNvSpPr/>
          <p:nvPr/>
        </p:nvSpPr>
        <p:spPr>
          <a:xfrm>
            <a:off x="6974794" y="0"/>
            <a:ext cx="1068224" cy="6858000"/>
          </a:xfrm>
          <a:prstGeom prst="parallelogram">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Rectangle 31">
            <a:extLst>
              <a:ext uri="{FF2B5EF4-FFF2-40B4-BE49-F238E27FC236}">
                <a16:creationId xmlns:a16="http://schemas.microsoft.com/office/drawing/2014/main" id="{74F32C6E-8CC6-4FE2-BB72-AE5E967724F7}"/>
              </a:ext>
            </a:extLst>
          </p:cNvPr>
          <p:cNvSpPr/>
          <p:nvPr/>
        </p:nvSpPr>
        <p:spPr>
          <a:xfrm>
            <a:off x="3692696" y="0"/>
            <a:ext cx="4016522"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Rectangle 28">
            <a:extLst>
              <a:ext uri="{FF2B5EF4-FFF2-40B4-BE49-F238E27FC236}">
                <a16:creationId xmlns:a16="http://schemas.microsoft.com/office/drawing/2014/main" id="{AD66C86D-DDE7-4C55-BB1E-C456EE738352}"/>
              </a:ext>
            </a:extLst>
          </p:cNvPr>
          <p:cNvSpPr/>
          <p:nvPr/>
        </p:nvSpPr>
        <p:spPr>
          <a:xfrm>
            <a:off x="-60299" y="0"/>
            <a:ext cx="352941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lumMod val="50000"/>
                </a:schemeClr>
              </a:solidFill>
            </a:endParaRPr>
          </a:p>
        </p:txBody>
      </p:sp>
      <p:sp>
        <p:nvSpPr>
          <p:cNvPr id="28" name="Parallelogram 27">
            <a:extLst>
              <a:ext uri="{FF2B5EF4-FFF2-40B4-BE49-F238E27FC236}">
                <a16:creationId xmlns:a16="http://schemas.microsoft.com/office/drawing/2014/main" id="{7D769EB4-3CC4-497B-8DD2-70EA69FFB28D}"/>
              </a:ext>
            </a:extLst>
          </p:cNvPr>
          <p:cNvSpPr/>
          <p:nvPr/>
        </p:nvSpPr>
        <p:spPr>
          <a:xfrm>
            <a:off x="3067941" y="0"/>
            <a:ext cx="1068224" cy="68580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6" name="Picture 35">
            <a:extLst>
              <a:ext uri="{FF2B5EF4-FFF2-40B4-BE49-F238E27FC236}">
                <a16:creationId xmlns:a16="http://schemas.microsoft.com/office/drawing/2014/main" id="{67D0A290-4FCE-419F-AB4F-22F39173AF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sp>
        <p:nvSpPr>
          <p:cNvPr id="37" name="Content Placeholder 2">
            <a:extLst>
              <a:ext uri="{FF2B5EF4-FFF2-40B4-BE49-F238E27FC236}">
                <a16:creationId xmlns:a16="http://schemas.microsoft.com/office/drawing/2014/main" id="{8ED26EEF-515D-4487-94A7-DA43AE40D532}"/>
              </a:ext>
            </a:extLst>
          </p:cNvPr>
          <p:cNvSpPr>
            <a:spLocks noGrp="1"/>
          </p:cNvSpPr>
          <p:nvPr>
            <p:ph sz="quarter" idx="13"/>
          </p:nvPr>
        </p:nvSpPr>
        <p:spPr>
          <a:xfrm>
            <a:off x="8170694" y="473508"/>
            <a:ext cx="2710953" cy="5705619"/>
          </a:xfrm>
        </p:spPr>
        <p:txBody>
          <a:bodyPr>
            <a:normAutofit/>
          </a:bodyPr>
          <a:lstStyle>
            <a:lvl1pPr marL="0" indent="0">
              <a:buNone/>
              <a:defRPr sz="1600">
                <a:solidFill>
                  <a:schemeClr val="tx2">
                    <a:lumMod val="75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
        <p:nvSpPr>
          <p:cNvPr id="38" name="Content Placeholder 2">
            <a:extLst>
              <a:ext uri="{FF2B5EF4-FFF2-40B4-BE49-F238E27FC236}">
                <a16:creationId xmlns:a16="http://schemas.microsoft.com/office/drawing/2014/main" id="{3C885519-9ABB-40EF-AB97-7FE43652C796}"/>
              </a:ext>
            </a:extLst>
          </p:cNvPr>
          <p:cNvSpPr>
            <a:spLocks noGrp="1"/>
          </p:cNvSpPr>
          <p:nvPr>
            <p:ph sz="quarter" idx="14"/>
          </p:nvPr>
        </p:nvSpPr>
        <p:spPr>
          <a:xfrm>
            <a:off x="4263841" y="480580"/>
            <a:ext cx="2710953" cy="5705619"/>
          </a:xfrm>
        </p:spPr>
        <p:txBody>
          <a:bodyPr>
            <a:normAutofit/>
          </a:bodyPr>
          <a:lstStyle>
            <a:lvl1pPr marL="0" indent="0">
              <a:buNone/>
              <a:defRPr sz="1600">
                <a:solidFill>
                  <a:schemeClr val="tx2">
                    <a:lumMod val="75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
        <p:nvSpPr>
          <p:cNvPr id="39" name="Content Placeholder 2">
            <a:extLst>
              <a:ext uri="{FF2B5EF4-FFF2-40B4-BE49-F238E27FC236}">
                <a16:creationId xmlns:a16="http://schemas.microsoft.com/office/drawing/2014/main" id="{11007F1F-FAE4-4CE9-8C33-4B7C8C4F1496}"/>
              </a:ext>
            </a:extLst>
          </p:cNvPr>
          <p:cNvSpPr>
            <a:spLocks noGrp="1"/>
          </p:cNvSpPr>
          <p:nvPr>
            <p:ph sz="quarter" idx="15"/>
          </p:nvPr>
        </p:nvSpPr>
        <p:spPr>
          <a:xfrm>
            <a:off x="322957" y="471199"/>
            <a:ext cx="2710953" cy="5705619"/>
          </a:xfrm>
        </p:spPr>
        <p:txBody>
          <a:bodyPr>
            <a:normAutofit/>
          </a:bodyPr>
          <a:lstStyle>
            <a:lvl1pPr marL="0" indent="0">
              <a:buNone/>
              <a:defRPr sz="1600">
                <a:solidFill>
                  <a:schemeClr val="tx2">
                    <a:lumMod val="50000"/>
                  </a:schemeClr>
                </a:solidFill>
              </a:defRPr>
            </a:lvl1pPr>
            <a:lvl2pPr>
              <a:defRPr sz="1800">
                <a:solidFill>
                  <a:schemeClr val="bg2">
                    <a:lumMod val="50000"/>
                  </a:schemeClr>
                </a:solidFill>
              </a:defRPr>
            </a:lvl2pPr>
            <a:lvl3pPr>
              <a:defRPr sz="1800">
                <a:solidFill>
                  <a:schemeClr val="tx2">
                    <a:lumMod val="75000"/>
                  </a:schemeClr>
                </a:solidFill>
              </a:defRPr>
            </a:lvl3pPr>
            <a:lvl4pPr>
              <a:defRPr sz="1800">
                <a:solidFill>
                  <a:schemeClr val="bg2">
                    <a:lumMod val="50000"/>
                  </a:schemeClr>
                </a:solidFill>
              </a:defRPr>
            </a:lvl4pPr>
            <a:lvl5pPr>
              <a:defRPr sz="1800">
                <a:solidFill>
                  <a:schemeClr val="tx2">
                    <a:lumMod val="75000"/>
                  </a:schemeClr>
                </a:solidFill>
              </a:defRPr>
            </a:lvl5pPr>
          </a:lstStyle>
          <a:p>
            <a:pPr lvl="0"/>
            <a:r>
              <a:rPr lang="en-US"/>
              <a:t>Click to edit Master text styles</a:t>
            </a:r>
          </a:p>
        </p:txBody>
      </p:sp>
    </p:spTree>
    <p:extLst>
      <p:ext uri="{BB962C8B-B14F-4D97-AF65-F5344CB8AC3E}">
        <p14:creationId xmlns:p14="http://schemas.microsoft.com/office/powerpoint/2010/main" val="18309627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oilerplate">
    <p:bg>
      <p:bgPr>
        <a:gradFill>
          <a:gsLst>
            <a:gs pos="26000">
              <a:schemeClr val="accent1">
                <a:lumMod val="5000"/>
                <a:lumOff val="95000"/>
              </a:schemeClr>
            </a:gs>
            <a:gs pos="84000">
              <a:schemeClr val="bg2"/>
            </a:gs>
            <a:gs pos="100000">
              <a:schemeClr val="bg2"/>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833CE8-3BF1-4420-9E68-934480998A4F}"/>
              </a:ext>
            </a:extLst>
          </p:cNvPr>
          <p:cNvSpPr txBox="1"/>
          <p:nvPr/>
        </p:nvSpPr>
        <p:spPr>
          <a:xfrm>
            <a:off x="1278294" y="1445539"/>
            <a:ext cx="958565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accent1"/>
                </a:solidFill>
                <a:latin typeface="+mj-lt"/>
                <a:ea typeface="+mn-ea"/>
                <a:cs typeface="+mn-cs"/>
              </a:rPr>
              <a:t>About International Institute of Business Analysis</a:t>
            </a:r>
            <a:r>
              <a:rPr lang="en-US" sz="2800" b="1" dirty="0">
                <a:latin typeface="+mj-lt"/>
              </a:rPr>
              <a:t> </a:t>
            </a:r>
            <a:endParaRPr lang="en-CA" sz="3200" dirty="0">
              <a:latin typeface="+mj-lt"/>
            </a:endParaRPr>
          </a:p>
        </p:txBody>
      </p:sp>
      <p:sp>
        <p:nvSpPr>
          <p:cNvPr id="5" name="TextBox 4">
            <a:extLst>
              <a:ext uri="{FF2B5EF4-FFF2-40B4-BE49-F238E27FC236}">
                <a16:creationId xmlns:a16="http://schemas.microsoft.com/office/drawing/2014/main" id="{8060F683-BFDF-479F-9092-DA16D3CCC108}"/>
              </a:ext>
            </a:extLst>
          </p:cNvPr>
          <p:cNvSpPr txBox="1"/>
          <p:nvPr/>
        </p:nvSpPr>
        <p:spPr>
          <a:xfrm>
            <a:off x="1290734" y="2043403"/>
            <a:ext cx="9610531" cy="3108543"/>
          </a:xfrm>
          <a:prstGeom prst="rect">
            <a:avLst/>
          </a:prstGeom>
          <a:noFill/>
        </p:spPr>
        <p:txBody>
          <a:bodyPr wrap="square" rtlCol="0">
            <a:spAutoFit/>
          </a:bodyPr>
          <a:lstStyle/>
          <a:p>
            <a:pPr algn="ctr" fontAlgn="base">
              <a:lnSpc>
                <a:spcPct val="100000"/>
              </a:lnSpc>
            </a:pPr>
            <a:r>
              <a:rPr lang="en-US" sz="2300" dirty="0">
                <a:solidFill>
                  <a:schemeClr val="accent2"/>
                </a:solidFill>
                <a:latin typeface="+mj-lt"/>
              </a:rPr>
              <a:t>International Institute of Business Analysis™ (IIBA®) is a professional association dedicated to supporting lifetime learning opportunities for business and professional success. Through a global network, IIBA connects with over 29,000 Members and more than 300 Corporate Members and 120 Chapters. As the recognized voice of the business analysis community, IIBA supports the recognition of the profession and discipline and works to maintain the global standard for the practice and certifications.</a:t>
            </a:r>
          </a:p>
          <a:p>
            <a:pPr algn="ctr" fontAlgn="base">
              <a:lnSpc>
                <a:spcPct val="120000"/>
              </a:lnSpc>
            </a:pPr>
            <a:r>
              <a:rPr lang="en-US" sz="1000" dirty="0">
                <a:solidFill>
                  <a:schemeClr val="accent2"/>
                </a:solidFill>
                <a:latin typeface="+mj-lt"/>
              </a:rPr>
              <a:t>  </a:t>
            </a:r>
          </a:p>
          <a:p>
            <a:pPr algn="ctr" fontAlgn="base"/>
            <a:r>
              <a:rPr lang="en-US" sz="2300" dirty="0">
                <a:solidFill>
                  <a:schemeClr val="accent2"/>
                </a:solidFill>
                <a:latin typeface="+mj-lt"/>
              </a:rPr>
              <a:t>For more information visit </a:t>
            </a:r>
            <a:r>
              <a:rPr lang="en-US" sz="2300" u="sng" dirty="0">
                <a:solidFill>
                  <a:schemeClr val="accent3"/>
                </a:solidFill>
                <a:latin typeface="+mj-lt"/>
                <a:hlinkClick r:id="rId2">
                  <a:extLst>
                    <a:ext uri="{A12FA001-AC4F-418D-AE19-62706E023703}">
                      <ahyp:hlinkClr xmlns:ahyp="http://schemas.microsoft.com/office/drawing/2018/hyperlinkcolor" val="tx"/>
                    </a:ext>
                  </a:extLst>
                </a:hlinkClick>
              </a:rPr>
              <a:t>iiba.org</a:t>
            </a:r>
            <a:endParaRPr lang="en-CA" sz="2300" dirty="0">
              <a:solidFill>
                <a:schemeClr val="accent3"/>
              </a:solidFill>
              <a:latin typeface="+mj-lt"/>
            </a:endParaRPr>
          </a:p>
        </p:txBody>
      </p:sp>
      <p:pic>
        <p:nvPicPr>
          <p:cNvPr id="7" name="Picture 6">
            <a:extLst>
              <a:ext uri="{FF2B5EF4-FFF2-40B4-BE49-F238E27FC236}">
                <a16:creationId xmlns:a16="http://schemas.microsoft.com/office/drawing/2014/main" id="{6987B0B6-B61B-47C2-8425-7A0985B52C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0"/>
            <a:ext cx="12192000" cy="609600"/>
          </a:xfrm>
          <a:prstGeom prst="rect">
            <a:avLst/>
          </a:prstGeom>
        </p:spPr>
      </p:pic>
    </p:spTree>
    <p:extLst>
      <p:ext uri="{BB962C8B-B14F-4D97-AF65-F5344CB8AC3E}">
        <p14:creationId xmlns:p14="http://schemas.microsoft.com/office/powerpoint/2010/main" val="31749542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58DD8-CD5F-463C-B45A-6692CCF452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F0F079A-D745-498A-ACB0-56E1A5EC05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Tree>
    <p:extLst>
      <p:ext uri="{BB962C8B-B14F-4D97-AF65-F5344CB8AC3E}">
        <p14:creationId xmlns:p14="http://schemas.microsoft.com/office/powerpoint/2010/main" val="864304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08D0FB-EA5F-4F9F-8CA3-C2265067C60B}"/>
              </a:ext>
            </a:extLst>
          </p:cNvPr>
          <p:cNvSpPr>
            <a:spLocks noGrp="1"/>
          </p:cNvSpPr>
          <p:nvPr>
            <p:ph type="title"/>
          </p:nvPr>
        </p:nvSpPr>
        <p:spPr>
          <a:xfrm>
            <a:off x="315435" y="329112"/>
            <a:ext cx="2736000" cy="5940000"/>
          </a:xfrm>
          <a:prstGeom prst="rect">
            <a:avLst/>
          </a:prstGeom>
        </p:spPr>
        <p:txBody>
          <a:bodyPr vert="horz" lIns="91440" tIns="45720" rIns="91440" bIns="45720" rtlCol="0" anchor="t">
            <a:normAutofit/>
          </a:bodyPr>
          <a:lstStyle/>
          <a:p>
            <a:r>
              <a:rPr lang="en-US"/>
              <a:t>Click to edit Master title style</a:t>
            </a:r>
            <a:endParaRPr lang="en-CA" dirty="0"/>
          </a:p>
        </p:txBody>
      </p:sp>
      <p:sp>
        <p:nvSpPr>
          <p:cNvPr id="3" name="Text Placeholder 2">
            <a:extLst>
              <a:ext uri="{FF2B5EF4-FFF2-40B4-BE49-F238E27FC236}">
                <a16:creationId xmlns:a16="http://schemas.microsoft.com/office/drawing/2014/main" id="{FAF45E31-F956-4BD6-B7E7-B8F491AE7D30}"/>
              </a:ext>
            </a:extLst>
          </p:cNvPr>
          <p:cNvSpPr>
            <a:spLocks noGrp="1"/>
          </p:cNvSpPr>
          <p:nvPr>
            <p:ph type="body" idx="1"/>
          </p:nvPr>
        </p:nvSpPr>
        <p:spPr>
          <a:xfrm>
            <a:off x="4245430" y="326568"/>
            <a:ext cx="7631136" cy="5940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3748167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marL="0" indent="0" algn="l" defTabSz="914400" rtl="0" eaLnBrk="1" latinLnBrk="0" hangingPunct="1">
        <a:lnSpc>
          <a:spcPct val="100000"/>
        </a:lnSpc>
        <a:spcBef>
          <a:spcPct val="0"/>
        </a:spcBef>
        <a:buNone/>
        <a:defRPr sz="3600" b="0" kern="1200">
          <a:solidFill>
            <a:schemeClr val="tx2"/>
          </a:solidFill>
          <a:latin typeface="+mj-lt"/>
          <a:ea typeface="+mj-ea"/>
          <a:cs typeface="Arial" panose="020B0604020202020204" pitchFamily="34" charset="0"/>
        </a:defRPr>
      </a:lvl1pPr>
    </p:titleStyle>
    <p:bodyStyle>
      <a:lvl1pPr marL="266700" indent="-266700" algn="l" defTabSz="914400" rtl="0" eaLnBrk="1" latinLnBrk="0" hangingPunct="1">
        <a:lnSpc>
          <a:spcPct val="100000"/>
        </a:lnSpc>
        <a:spcBef>
          <a:spcPts val="0"/>
        </a:spcBef>
        <a:buFont typeface="Arial" panose="020B0604020202020204" pitchFamily="34" charset="0"/>
        <a:buChar char="•"/>
        <a:defRPr sz="2800" kern="1200">
          <a:solidFill>
            <a:schemeClr val="tx2"/>
          </a:solidFill>
          <a:latin typeface="IBM Plex Sans" panose="020B0503050203000203" pitchFamily="34" charset="0"/>
          <a:ea typeface="+mn-ea"/>
          <a:cs typeface="+mn-cs"/>
        </a:defRPr>
      </a:lvl1pPr>
      <a:lvl2pPr marL="714375" indent="-257175" algn="l" defTabSz="914400" rtl="0" eaLnBrk="1" latinLnBrk="0" hangingPunct="1">
        <a:lnSpc>
          <a:spcPct val="100000"/>
        </a:lnSpc>
        <a:spcBef>
          <a:spcPts val="0"/>
        </a:spcBef>
        <a:buFont typeface="Arial" panose="020B0604020202020204" pitchFamily="34" charset="0"/>
        <a:buChar char="•"/>
        <a:defRPr sz="2400" kern="1200">
          <a:solidFill>
            <a:schemeClr val="tx2"/>
          </a:solidFill>
          <a:latin typeface="IBM Plex Sans" panose="020B0503050203000203" pitchFamily="34" charset="0"/>
          <a:ea typeface="+mn-ea"/>
          <a:cs typeface="+mn-cs"/>
        </a:defRPr>
      </a:lvl2pPr>
      <a:lvl3pPr marL="1162050" indent="-247650" algn="l" defTabSz="914400" rtl="0" eaLnBrk="1" latinLnBrk="0" hangingPunct="1">
        <a:lnSpc>
          <a:spcPct val="100000"/>
        </a:lnSpc>
        <a:spcBef>
          <a:spcPts val="0"/>
        </a:spcBef>
        <a:buFont typeface="Arial" panose="020B0604020202020204" pitchFamily="34" charset="0"/>
        <a:buChar char="•"/>
        <a:defRPr sz="2000" kern="1200">
          <a:solidFill>
            <a:schemeClr val="tx2"/>
          </a:solidFill>
          <a:latin typeface="IBM Plex Sans" panose="020B0503050203000203" pitchFamily="34" charset="0"/>
          <a:ea typeface="+mn-ea"/>
          <a:cs typeface="+mn-cs"/>
        </a:defRPr>
      </a:lvl3pPr>
      <a:lvl4pPr marL="1619250" indent="-247650" algn="l" defTabSz="914400" rtl="0" eaLnBrk="1" latinLnBrk="0" hangingPunct="1">
        <a:lnSpc>
          <a:spcPct val="100000"/>
        </a:lnSpc>
        <a:spcBef>
          <a:spcPts val="0"/>
        </a:spcBef>
        <a:buFont typeface="Arial" panose="020B0604020202020204" pitchFamily="34" charset="0"/>
        <a:buChar char="•"/>
        <a:defRPr sz="1800" kern="1200">
          <a:solidFill>
            <a:schemeClr val="tx2"/>
          </a:solidFill>
          <a:latin typeface="IBM Plex Sans" panose="020B0503050203000203" pitchFamily="34" charset="0"/>
          <a:ea typeface="+mn-ea"/>
          <a:cs typeface="+mn-cs"/>
        </a:defRPr>
      </a:lvl4pPr>
      <a:lvl5pPr marL="2066925" indent="-238125" algn="l" defTabSz="914400" rtl="0" eaLnBrk="1" latinLnBrk="0" hangingPunct="1">
        <a:lnSpc>
          <a:spcPct val="100000"/>
        </a:lnSpc>
        <a:spcBef>
          <a:spcPts val="0"/>
        </a:spcBef>
        <a:buFont typeface="Arial" panose="020B0604020202020204" pitchFamily="34" charset="0"/>
        <a:buChar char="•"/>
        <a:defRPr sz="1800" kern="1200">
          <a:solidFill>
            <a:schemeClr val="tx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drive.google.com/file/d/1EaLJmwxQ089nC2MS1A2JmNTYGs9OCIP2/view?usp=sharin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5692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8669D-2485-46B9-8423-F3CBF31060EA}"/>
              </a:ext>
            </a:extLst>
          </p:cNvPr>
          <p:cNvSpPr>
            <a:spLocks noGrp="1"/>
          </p:cNvSpPr>
          <p:nvPr>
            <p:ph type="ctrTitle"/>
          </p:nvPr>
        </p:nvSpPr>
        <p:spPr/>
        <p:txBody>
          <a:bodyPr/>
          <a:lstStyle/>
          <a:p>
            <a:r>
              <a:rPr lang="en-US" dirty="0"/>
              <a:t>Chapter Conflict of Interest</a:t>
            </a:r>
          </a:p>
        </p:txBody>
      </p:sp>
    </p:spTree>
    <p:extLst>
      <p:ext uri="{BB962C8B-B14F-4D97-AF65-F5344CB8AC3E}">
        <p14:creationId xmlns:p14="http://schemas.microsoft.com/office/powerpoint/2010/main" val="1098609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C41A4-9DE0-4299-B513-DD489D8DED79}"/>
              </a:ext>
            </a:extLst>
          </p:cNvPr>
          <p:cNvSpPr>
            <a:spLocks noGrp="1"/>
          </p:cNvSpPr>
          <p:nvPr>
            <p:ph type="ctrTitle"/>
          </p:nvPr>
        </p:nvSpPr>
        <p:spPr/>
        <p:txBody>
          <a:bodyPr/>
          <a:lstStyle/>
          <a:p>
            <a:r>
              <a:rPr lang="en-US" dirty="0"/>
              <a:t>What we’re going to discuss	</a:t>
            </a:r>
          </a:p>
        </p:txBody>
      </p:sp>
      <p:sp>
        <p:nvSpPr>
          <p:cNvPr id="3" name="Content Placeholder 2">
            <a:extLst>
              <a:ext uri="{FF2B5EF4-FFF2-40B4-BE49-F238E27FC236}">
                <a16:creationId xmlns:a16="http://schemas.microsoft.com/office/drawing/2014/main" id="{26CBC37F-0FBB-4477-8E18-0C56B94A1806}"/>
              </a:ext>
            </a:extLst>
          </p:cNvPr>
          <p:cNvSpPr>
            <a:spLocks noGrp="1"/>
          </p:cNvSpPr>
          <p:nvPr>
            <p:ph sz="quarter" idx="13"/>
          </p:nvPr>
        </p:nvSpPr>
        <p:spPr>
          <a:xfrm>
            <a:off x="5209309" y="1116766"/>
            <a:ext cx="6684111" cy="5125283"/>
          </a:xfrm>
        </p:spPr>
        <p:txBody>
          <a:bodyPr/>
          <a:lstStyle/>
          <a:p>
            <a:pPr marL="357188" lvl="1" indent="-357188">
              <a:lnSpc>
                <a:spcPct val="100000"/>
              </a:lnSpc>
              <a:spcBef>
                <a:spcPts val="0"/>
              </a:spcBef>
              <a:spcAft>
                <a:spcPts val="1800"/>
              </a:spcAft>
              <a:buClr>
                <a:schemeClr val="accent1"/>
              </a:buClr>
            </a:pPr>
            <a:r>
              <a:rPr lang="en-US" sz="2800" dirty="0"/>
              <a:t>What is Conflict of Interest?</a:t>
            </a:r>
          </a:p>
          <a:p>
            <a:pPr marL="357188" lvl="1" indent="-357188">
              <a:lnSpc>
                <a:spcPct val="100000"/>
              </a:lnSpc>
              <a:spcBef>
                <a:spcPts val="0"/>
              </a:spcBef>
              <a:spcAft>
                <a:spcPts val="1800"/>
              </a:spcAft>
              <a:buClr>
                <a:schemeClr val="accent1"/>
              </a:buClr>
            </a:pPr>
            <a:r>
              <a:rPr lang="en-US" sz="2800" dirty="0"/>
              <a:t>Types of Conflict of Interest</a:t>
            </a:r>
          </a:p>
          <a:p>
            <a:pPr marL="357188" lvl="1" indent="-357188">
              <a:lnSpc>
                <a:spcPct val="100000"/>
              </a:lnSpc>
              <a:spcBef>
                <a:spcPts val="0"/>
              </a:spcBef>
              <a:spcAft>
                <a:spcPts val="1800"/>
              </a:spcAft>
              <a:buClr>
                <a:schemeClr val="accent1"/>
              </a:buClr>
            </a:pPr>
            <a:r>
              <a:rPr lang="en-US" sz="2800" dirty="0"/>
              <a:t>What’s the Harm?</a:t>
            </a:r>
          </a:p>
          <a:p>
            <a:pPr marL="357188" lvl="1" indent="-357188">
              <a:lnSpc>
                <a:spcPct val="100000"/>
              </a:lnSpc>
              <a:spcBef>
                <a:spcPts val="0"/>
              </a:spcBef>
              <a:spcAft>
                <a:spcPts val="1800"/>
              </a:spcAft>
              <a:buClr>
                <a:schemeClr val="accent1"/>
              </a:buClr>
            </a:pPr>
            <a:r>
              <a:rPr lang="en-US" sz="2800" dirty="0"/>
              <a:t>Questions to Ask</a:t>
            </a:r>
          </a:p>
          <a:p>
            <a:pPr marL="357188" lvl="1" indent="-357188">
              <a:spcAft>
                <a:spcPts val="1800"/>
              </a:spcAft>
            </a:pPr>
            <a:r>
              <a:rPr lang="en-US" sz="2800" dirty="0"/>
              <a:t>What it Means to You</a:t>
            </a:r>
          </a:p>
          <a:p>
            <a:pPr marL="357188" lvl="1" indent="-357188">
              <a:lnSpc>
                <a:spcPct val="100000"/>
              </a:lnSpc>
              <a:spcBef>
                <a:spcPts val="0"/>
              </a:spcBef>
              <a:spcAft>
                <a:spcPts val="1800"/>
              </a:spcAft>
              <a:buClr>
                <a:schemeClr val="accent1"/>
              </a:buClr>
            </a:pPr>
            <a:r>
              <a:rPr lang="en-US" sz="2800" dirty="0"/>
              <a:t>What to Do?</a:t>
            </a:r>
          </a:p>
          <a:p>
            <a:pPr marL="0" indent="0">
              <a:buNone/>
            </a:pPr>
            <a:endParaRPr lang="en-US" dirty="0"/>
          </a:p>
        </p:txBody>
      </p:sp>
    </p:spTree>
    <p:extLst>
      <p:ext uri="{BB962C8B-B14F-4D97-AF65-F5344CB8AC3E}">
        <p14:creationId xmlns:p14="http://schemas.microsoft.com/office/powerpoint/2010/main" val="2164838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2FB428-22F7-436D-B0EC-64A765B027AF}"/>
              </a:ext>
            </a:extLst>
          </p:cNvPr>
          <p:cNvSpPr>
            <a:spLocks noGrp="1"/>
          </p:cNvSpPr>
          <p:nvPr>
            <p:ph type="title"/>
          </p:nvPr>
        </p:nvSpPr>
        <p:spPr/>
        <p:txBody>
          <a:bodyPr/>
          <a:lstStyle/>
          <a:p>
            <a:r>
              <a:rPr lang="en-US" dirty="0"/>
              <a:t>What is Conflict of Interest?</a:t>
            </a:r>
          </a:p>
        </p:txBody>
      </p:sp>
      <p:sp>
        <p:nvSpPr>
          <p:cNvPr id="4" name="Content Placeholder 3">
            <a:extLst>
              <a:ext uri="{FF2B5EF4-FFF2-40B4-BE49-F238E27FC236}">
                <a16:creationId xmlns:a16="http://schemas.microsoft.com/office/drawing/2014/main" id="{2590F6CF-A1E2-47B1-B950-CACCDCC4C31B}"/>
              </a:ext>
            </a:extLst>
          </p:cNvPr>
          <p:cNvSpPr>
            <a:spLocks noGrp="1"/>
          </p:cNvSpPr>
          <p:nvPr>
            <p:ph sz="quarter" idx="13"/>
          </p:nvPr>
        </p:nvSpPr>
        <p:spPr>
          <a:xfrm>
            <a:off x="4226766" y="691634"/>
            <a:ext cx="7445749" cy="5308000"/>
          </a:xfrm>
        </p:spPr>
        <p:txBody>
          <a:bodyPr>
            <a:normAutofit/>
          </a:bodyPr>
          <a:lstStyle/>
          <a:p>
            <a:pPr marR="0" lvl="0" fontAlgn="base">
              <a:spcBef>
                <a:spcPts val="0"/>
              </a:spcBef>
              <a:spcAft>
                <a:spcPts val="1200"/>
              </a:spcAft>
              <a:buClr>
                <a:srgbClr val="DB5D00"/>
              </a:buClr>
              <a:buSzPct val="100000"/>
            </a:pPr>
            <a:r>
              <a:rPr lang="en-US" sz="18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Conflicts of interest are a normal situation arising often in Chapters</a:t>
            </a:r>
          </a:p>
          <a:p>
            <a:pPr marR="0" lvl="1">
              <a:spcBef>
                <a:spcPts val="0"/>
              </a:spcBef>
              <a:spcAft>
                <a:spcPts val="1800"/>
              </a:spcAft>
            </a:pPr>
            <a:r>
              <a:rPr lang="en-US" sz="1600"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Board Members are with training providers, consultancies, vendors and other interested parties in their day jobs.</a:t>
            </a:r>
            <a:endParaRPr lang="en-US" sz="2000" dirty="0">
              <a:solidFill>
                <a:srgbClr val="262626"/>
              </a:solidFill>
              <a:latin typeface="IBM Plex Sans" panose="020B0503050203000203" pitchFamily="34" charset="0"/>
              <a:ea typeface="Times New Roman" panose="02020603050405020304" pitchFamily="18" charset="0"/>
              <a:cs typeface="Times New Roman" panose="02020603050405020304" pitchFamily="18" charset="0"/>
            </a:endParaRPr>
          </a:p>
          <a:p>
            <a:pPr>
              <a:spcAft>
                <a:spcPts val="1800"/>
              </a:spcAft>
              <a:buClr>
                <a:schemeClr val="accent1"/>
              </a:buClr>
            </a:pPr>
            <a:r>
              <a:rPr lang="en-US" sz="18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Perceived conflicts of interest are just as taboo as actual ones</a:t>
            </a:r>
          </a:p>
          <a:p>
            <a:pPr marR="0" lvl="0" fontAlgn="base">
              <a:spcBef>
                <a:spcPts val="0"/>
              </a:spcBef>
              <a:spcAft>
                <a:spcPts val="1800"/>
              </a:spcAft>
              <a:buClr>
                <a:srgbClr val="DB5D00"/>
              </a:buClr>
              <a:buSzPct val="100000"/>
            </a:pPr>
            <a:r>
              <a:rPr lang="en-US" sz="18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As a </a:t>
            </a:r>
            <a:r>
              <a:rPr lang="en-US" sz="1800" dirty="0">
                <a:solidFill>
                  <a:srgbClr val="262626"/>
                </a:solidFill>
                <a:latin typeface="IBM Plex Sans" panose="020B0503050203000203" pitchFamily="34" charset="0"/>
                <a:ea typeface="Times New Roman" panose="02020603050405020304" pitchFamily="18" charset="0"/>
                <a:cs typeface="Times New Roman" panose="02020603050405020304" pitchFamily="18" charset="0"/>
              </a:rPr>
              <a:t>B</a:t>
            </a:r>
            <a:r>
              <a:rPr lang="en-US" sz="18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oard Member your 1</a:t>
            </a:r>
            <a:r>
              <a:rPr lang="en-US" sz="1800" u="none" strike="noStrike" baseline="30000"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st</a:t>
            </a:r>
            <a:r>
              <a:rPr lang="en-US" sz="18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 priority and duty is to your Chapter</a:t>
            </a:r>
          </a:p>
          <a:p>
            <a:pPr>
              <a:spcAft>
                <a:spcPts val="1200"/>
              </a:spcAft>
            </a:pPr>
            <a:endParaRPr lang="en-US" dirty="0"/>
          </a:p>
        </p:txBody>
      </p:sp>
      <p:pic>
        <p:nvPicPr>
          <p:cNvPr id="4098" name="Picture 2" descr="Conflicts of Interest are Legal - Toronto Condo News">
            <a:extLst>
              <a:ext uri="{FF2B5EF4-FFF2-40B4-BE49-F238E27FC236}">
                <a16:creationId xmlns:a16="http://schemas.microsoft.com/office/drawing/2014/main" id="{678995F1-67BE-4754-8934-33D399F73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014216">
            <a:off x="5591141" y="3345634"/>
            <a:ext cx="3771235" cy="2509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1929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Nepotism Stock Illustrations – 85 Nepotism Stock Illustrations, Vectors &amp;  Clipart - Dreamstime">
            <a:extLst>
              <a:ext uri="{FF2B5EF4-FFF2-40B4-BE49-F238E27FC236}">
                <a16:creationId xmlns:a16="http://schemas.microsoft.com/office/drawing/2014/main" id="{2A12EBE0-7E6D-43BC-B268-AF71961113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4381" y="2451878"/>
            <a:ext cx="4469708" cy="1692902"/>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17F53234-02BD-4A9B-BCFC-3DA193A24D7A}"/>
              </a:ext>
            </a:extLst>
          </p:cNvPr>
          <p:cNvSpPr>
            <a:spLocks noGrp="1"/>
          </p:cNvSpPr>
          <p:nvPr>
            <p:ph type="body" idx="1"/>
          </p:nvPr>
        </p:nvSpPr>
        <p:spPr>
          <a:xfrm>
            <a:off x="4226767" y="767333"/>
            <a:ext cx="7657322" cy="1945888"/>
          </a:xfrm>
        </p:spPr>
        <p:txBody>
          <a:bodyPr/>
          <a:lstStyle/>
          <a:p>
            <a:pPr>
              <a:spcAft>
                <a:spcPts val="1200"/>
              </a:spcAft>
            </a:pPr>
            <a:r>
              <a:rPr lang="en-AU" sz="2800" spc="0" dirty="0">
                <a:solidFill>
                  <a:schemeClr val="accent1"/>
                </a:solidFill>
                <a:latin typeface="+mj-lt"/>
              </a:rPr>
              <a:t>Self Dealing/Serving</a:t>
            </a:r>
          </a:p>
          <a:p>
            <a:pPr marL="9525" indent="-279400">
              <a:buClr>
                <a:srgbClr val="DB5D00"/>
              </a:buClr>
              <a:buSzPct val="120000"/>
              <a:buFont typeface="Arial" panose="020B0604020202020204" pitchFamily="34" charset="0"/>
              <a:buChar char="•"/>
            </a:pPr>
            <a:r>
              <a:rPr lang="en-AU" sz="1800" i="0" spc="0" dirty="0">
                <a:solidFill>
                  <a:schemeClr val="tx1"/>
                </a:solidFill>
                <a:latin typeface="IBM Plex Sans" panose="020B0503050203000203" pitchFamily="34" charset="0"/>
              </a:rPr>
              <a:t>Using involvement in the Chapter for their own gain</a:t>
            </a:r>
          </a:p>
          <a:p>
            <a:pPr marL="542925" lvl="1" indent="-266700">
              <a:spcBef>
                <a:spcPts val="600"/>
              </a:spcBef>
              <a:buClrTx/>
            </a:pPr>
            <a:r>
              <a:rPr lang="en-AU" sz="1600" i="0" spc="0" dirty="0">
                <a:solidFill>
                  <a:schemeClr val="tx1"/>
                </a:solidFill>
                <a:latin typeface="IBM Plex Sans" panose="020B0503050203000203" pitchFamily="34" charset="0"/>
              </a:rPr>
              <a:t>Not necessarily criminal</a:t>
            </a:r>
          </a:p>
          <a:p>
            <a:pPr marL="542925" lvl="1" indent="-266700">
              <a:spcBef>
                <a:spcPts val="600"/>
              </a:spcBef>
              <a:buClrTx/>
            </a:pPr>
            <a:r>
              <a:rPr lang="en-AU" sz="1600" i="0" spc="0" dirty="0">
                <a:solidFill>
                  <a:schemeClr val="tx1"/>
                </a:solidFill>
                <a:latin typeface="IBM Plex Sans" panose="020B0503050203000203" pitchFamily="34" charset="0"/>
              </a:rPr>
              <a:t>Maybe even benefits the Chapter</a:t>
            </a:r>
          </a:p>
          <a:p>
            <a:pPr marL="625475" lvl="2" indent="0">
              <a:spcAft>
                <a:spcPts val="0"/>
              </a:spcAft>
              <a:buNone/>
            </a:pPr>
            <a:endParaRPr lang="en-AU" sz="1200" spc="0" dirty="0">
              <a:solidFill>
                <a:schemeClr val="tx1"/>
              </a:solidFill>
              <a:latin typeface="+mn-lt"/>
            </a:endParaRPr>
          </a:p>
          <a:p>
            <a:endParaRPr lang="en-US" dirty="0">
              <a:latin typeface="+mj-lt"/>
            </a:endParaRPr>
          </a:p>
        </p:txBody>
      </p:sp>
      <p:sp>
        <p:nvSpPr>
          <p:cNvPr id="3" name="Title 2">
            <a:extLst>
              <a:ext uri="{FF2B5EF4-FFF2-40B4-BE49-F238E27FC236}">
                <a16:creationId xmlns:a16="http://schemas.microsoft.com/office/drawing/2014/main" id="{72DA3AD1-DAEE-43BF-B34A-CA6870E8AD7C}"/>
              </a:ext>
            </a:extLst>
          </p:cNvPr>
          <p:cNvSpPr>
            <a:spLocks noGrp="1"/>
          </p:cNvSpPr>
          <p:nvPr>
            <p:ph type="title"/>
          </p:nvPr>
        </p:nvSpPr>
        <p:spPr/>
        <p:txBody>
          <a:bodyPr/>
          <a:lstStyle/>
          <a:p>
            <a:r>
              <a:rPr lang="en-US" dirty="0"/>
              <a:t>Types of Conflict of Interest</a:t>
            </a:r>
          </a:p>
        </p:txBody>
      </p:sp>
      <p:sp>
        <p:nvSpPr>
          <p:cNvPr id="9" name="TextBox 8">
            <a:extLst>
              <a:ext uri="{FF2B5EF4-FFF2-40B4-BE49-F238E27FC236}">
                <a16:creationId xmlns:a16="http://schemas.microsoft.com/office/drawing/2014/main" id="{6CBA03CC-AD27-4A2E-9BF8-E7F40C538833}"/>
              </a:ext>
            </a:extLst>
          </p:cNvPr>
          <p:cNvSpPr txBox="1"/>
          <p:nvPr/>
        </p:nvSpPr>
        <p:spPr>
          <a:xfrm>
            <a:off x="4226768" y="2896097"/>
            <a:ext cx="3545632" cy="2215991"/>
          </a:xfrm>
          <a:prstGeom prst="rect">
            <a:avLst/>
          </a:prstGeom>
          <a:noFill/>
        </p:spPr>
        <p:txBody>
          <a:bodyPr wrap="square">
            <a:spAutoFit/>
          </a:bodyPr>
          <a:lstStyle/>
          <a:p>
            <a:pPr>
              <a:spcAft>
                <a:spcPts val="1200"/>
              </a:spcAft>
            </a:pPr>
            <a:r>
              <a:rPr lang="en-AU" sz="2800" spc="0" dirty="0">
                <a:solidFill>
                  <a:schemeClr val="accent1"/>
                </a:solidFill>
                <a:latin typeface="+mj-lt"/>
              </a:rPr>
              <a:t>Nepotism</a:t>
            </a:r>
          </a:p>
          <a:p>
            <a:pPr marL="266700" indent="-279400">
              <a:buClr>
                <a:srgbClr val="DB5D00"/>
              </a:buClr>
              <a:buSzPct val="100000"/>
              <a:buFont typeface="Arial" panose="020B0604020202020204" pitchFamily="34" charset="0"/>
              <a:buChar char="•"/>
            </a:pPr>
            <a:r>
              <a:rPr lang="en-AU" spc="0" dirty="0">
                <a:latin typeface="IBM Plex Sans" panose="020B0503050203000203" pitchFamily="34" charset="0"/>
              </a:rPr>
              <a:t>Contracting or hiring a </a:t>
            </a:r>
          </a:p>
          <a:p>
            <a:pPr marL="287338">
              <a:buClr>
                <a:srgbClr val="DB5D00"/>
              </a:buClr>
              <a:buSzPct val="100000"/>
            </a:pPr>
            <a:r>
              <a:rPr lang="en-AU" spc="0" dirty="0">
                <a:latin typeface="IBM Plex Sans" panose="020B0503050203000203" pitchFamily="34" charset="0"/>
              </a:rPr>
              <a:t>family member or close friend</a:t>
            </a:r>
          </a:p>
          <a:p>
            <a:pPr marL="339725" lvl="1" indent="0">
              <a:spcAft>
                <a:spcPts val="0"/>
              </a:spcAft>
              <a:buNone/>
            </a:pPr>
            <a:endParaRPr lang="en-AU" sz="1200" spc="0" dirty="0">
              <a:latin typeface="+mn-lt"/>
            </a:endParaRPr>
          </a:p>
          <a:p>
            <a:endParaRPr lang="en-AU" sz="2400" dirty="0"/>
          </a:p>
          <a:p>
            <a:r>
              <a:rPr lang="en-AU" sz="2800" spc="0" dirty="0">
                <a:solidFill>
                  <a:schemeClr val="accent1"/>
                </a:solidFill>
                <a:latin typeface="+mj-lt"/>
              </a:rPr>
              <a:t>Promotion of a 3</a:t>
            </a:r>
            <a:r>
              <a:rPr lang="en-AU" sz="2800" spc="0" baseline="30000" dirty="0">
                <a:solidFill>
                  <a:schemeClr val="accent1"/>
                </a:solidFill>
                <a:latin typeface="+mj-lt"/>
              </a:rPr>
              <a:t>rd</a:t>
            </a:r>
            <a:r>
              <a:rPr lang="en-AU" sz="2800" spc="0" dirty="0">
                <a:solidFill>
                  <a:schemeClr val="accent1"/>
                </a:solidFill>
                <a:latin typeface="+mj-lt"/>
              </a:rPr>
              <a:t> Party</a:t>
            </a:r>
          </a:p>
        </p:txBody>
      </p:sp>
    </p:spTree>
    <p:extLst>
      <p:ext uri="{BB962C8B-B14F-4D97-AF65-F5344CB8AC3E}">
        <p14:creationId xmlns:p14="http://schemas.microsoft.com/office/powerpoint/2010/main" val="3646573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4A921B6-3B0C-49FD-B801-E605C0414A46}"/>
              </a:ext>
            </a:extLst>
          </p:cNvPr>
          <p:cNvSpPr>
            <a:spLocks noGrp="1"/>
          </p:cNvSpPr>
          <p:nvPr>
            <p:ph type="body" idx="1"/>
          </p:nvPr>
        </p:nvSpPr>
        <p:spPr/>
        <p:txBody>
          <a:bodyPr>
            <a:normAutofit/>
          </a:bodyPr>
          <a:lstStyle/>
          <a:p>
            <a:pPr marL="342900" marR="0" lvl="0" indent="-342900" fontAlgn="base">
              <a:spcBef>
                <a:spcPts val="0"/>
              </a:spcBef>
              <a:spcAft>
                <a:spcPts val="1200"/>
              </a:spcAft>
              <a:buClr>
                <a:srgbClr val="DB5D00"/>
              </a:buClr>
              <a:buSzPts val="1200"/>
              <a:buFont typeface="Calibri" panose="020F0502020204030204" pitchFamily="34" charset="0"/>
              <a:buChar char="•"/>
            </a:pPr>
            <a:r>
              <a:rPr lang="en-US" sz="20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It can damage the reputation of the Chapter and the Board </a:t>
            </a:r>
          </a:p>
          <a:p>
            <a:pPr marL="342900" marR="0" lvl="0" indent="-342900" fontAlgn="base">
              <a:spcBef>
                <a:spcPts val="0"/>
              </a:spcBef>
              <a:spcAft>
                <a:spcPts val="1200"/>
              </a:spcAft>
              <a:buClr>
                <a:srgbClr val="DB5D00"/>
              </a:buClr>
              <a:buSzPts val="1200"/>
              <a:buFont typeface="Calibri" panose="020F0502020204030204" pitchFamily="34" charset="0"/>
              <a:buChar char="•"/>
            </a:pPr>
            <a:r>
              <a:rPr lang="en-US" sz="20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There can be financial and legal ramifications for the individual and the Board</a:t>
            </a:r>
          </a:p>
        </p:txBody>
      </p:sp>
      <p:sp>
        <p:nvSpPr>
          <p:cNvPr id="5" name="Title 4">
            <a:extLst>
              <a:ext uri="{FF2B5EF4-FFF2-40B4-BE49-F238E27FC236}">
                <a16:creationId xmlns:a16="http://schemas.microsoft.com/office/drawing/2014/main" id="{3D75D204-3BAD-4A7E-B98D-7DBAFE584B83}"/>
              </a:ext>
            </a:extLst>
          </p:cNvPr>
          <p:cNvSpPr>
            <a:spLocks noGrp="1"/>
          </p:cNvSpPr>
          <p:nvPr>
            <p:ph type="title"/>
          </p:nvPr>
        </p:nvSpPr>
        <p:spPr/>
        <p:txBody>
          <a:bodyPr/>
          <a:lstStyle/>
          <a:p>
            <a:r>
              <a:rPr lang="en-US" dirty="0"/>
              <a:t>What’s the Harm?</a:t>
            </a:r>
          </a:p>
        </p:txBody>
      </p:sp>
      <p:pic>
        <p:nvPicPr>
          <p:cNvPr id="1026" name="Picture 2" descr="10 Steps to Building Your Reputation | Reputation Management">
            <a:extLst>
              <a:ext uri="{FF2B5EF4-FFF2-40B4-BE49-F238E27FC236}">
                <a16:creationId xmlns:a16="http://schemas.microsoft.com/office/drawing/2014/main" id="{2C194E0B-C6FB-4BEF-AECD-71F57B1BA2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4348" y="1935370"/>
            <a:ext cx="6026045" cy="4010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7652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F53234-02BD-4A9B-BCFC-3DA193A24D7A}"/>
              </a:ext>
            </a:extLst>
          </p:cNvPr>
          <p:cNvSpPr>
            <a:spLocks noGrp="1"/>
          </p:cNvSpPr>
          <p:nvPr>
            <p:ph type="body" idx="1"/>
          </p:nvPr>
        </p:nvSpPr>
        <p:spPr>
          <a:xfrm>
            <a:off x="4226767" y="767332"/>
            <a:ext cx="7525522" cy="5033861"/>
          </a:xfrm>
        </p:spPr>
        <p:txBody>
          <a:bodyPr>
            <a:normAutofit fontScale="77500" lnSpcReduction="20000"/>
          </a:bodyPr>
          <a:lstStyle/>
          <a:p>
            <a:pPr marL="344488" marR="0" lvl="0" indent="-344488" fontAlgn="base">
              <a:lnSpc>
                <a:spcPct val="120000"/>
              </a:lnSpc>
              <a:spcBef>
                <a:spcPts val="0"/>
              </a:spcBef>
              <a:spcAft>
                <a:spcPts val="1200"/>
              </a:spcAft>
              <a:buClr>
                <a:srgbClr val="DB5D00"/>
              </a:buClr>
              <a:buFont typeface="Calibri" panose="020F0502020204030204" pitchFamily="34" charset="0"/>
              <a:buChar char="•"/>
            </a:pPr>
            <a:r>
              <a:rPr lang="en-US" sz="26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Providing training or workshops during a PDD</a:t>
            </a:r>
          </a:p>
          <a:p>
            <a:pPr marL="344488" marR="0" lvl="0" indent="-344488" fontAlgn="base">
              <a:lnSpc>
                <a:spcPct val="120000"/>
              </a:lnSpc>
              <a:spcBef>
                <a:spcPts val="0"/>
              </a:spcBef>
              <a:spcAft>
                <a:spcPts val="1200"/>
              </a:spcAft>
              <a:buClr>
                <a:srgbClr val="DB5D00"/>
              </a:buClr>
              <a:buFont typeface="Calibri" panose="020F0502020204030204" pitchFamily="34" charset="0"/>
              <a:buChar char="•"/>
            </a:pPr>
            <a:endParaRPr lang="en-US" sz="26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endParaRPr>
          </a:p>
          <a:p>
            <a:pPr marL="344488" marR="0" lvl="0" indent="-344488" fontAlgn="base">
              <a:lnSpc>
                <a:spcPct val="120000"/>
              </a:lnSpc>
              <a:spcBef>
                <a:spcPts val="0"/>
              </a:spcBef>
              <a:spcAft>
                <a:spcPts val="1200"/>
              </a:spcAft>
              <a:buClr>
                <a:srgbClr val="DB5D00"/>
              </a:buClr>
              <a:buFont typeface="Calibri" panose="020F0502020204030204" pitchFamily="34" charset="0"/>
              <a:buChar char="•"/>
            </a:pPr>
            <a:r>
              <a:rPr lang="en-US" sz="26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Close friends providing catering for Chapter events</a:t>
            </a:r>
          </a:p>
          <a:p>
            <a:pPr marL="344488" marR="0" lvl="0" indent="-344488" fontAlgn="base">
              <a:lnSpc>
                <a:spcPct val="120000"/>
              </a:lnSpc>
              <a:spcBef>
                <a:spcPts val="0"/>
              </a:spcBef>
              <a:spcAft>
                <a:spcPts val="1200"/>
              </a:spcAft>
              <a:buClr>
                <a:srgbClr val="DB5D00"/>
              </a:buClr>
              <a:buFont typeface="Calibri" panose="020F0502020204030204" pitchFamily="34" charset="0"/>
              <a:buChar char="•"/>
            </a:pPr>
            <a:endParaRPr lang="en-US" sz="26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endParaRPr>
          </a:p>
          <a:p>
            <a:pPr marL="344488" marR="0" lvl="0" indent="-344488" fontAlgn="base">
              <a:lnSpc>
                <a:spcPct val="120000"/>
              </a:lnSpc>
              <a:spcBef>
                <a:spcPts val="0"/>
              </a:spcBef>
              <a:spcAft>
                <a:spcPts val="1200"/>
              </a:spcAft>
              <a:buClr>
                <a:srgbClr val="DB5D00"/>
              </a:buClr>
              <a:buFont typeface="Calibri" panose="020F0502020204030204" pitchFamily="34" charset="0"/>
              <a:buChar char="•"/>
            </a:pPr>
            <a:r>
              <a:rPr lang="en-US" sz="26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Your recruiting company sponsoring a Chapter event</a:t>
            </a:r>
          </a:p>
          <a:p>
            <a:pPr marL="344488" marR="0" lvl="0" indent="-344488" fontAlgn="base">
              <a:lnSpc>
                <a:spcPct val="120000"/>
              </a:lnSpc>
              <a:spcBef>
                <a:spcPts val="0"/>
              </a:spcBef>
              <a:spcAft>
                <a:spcPts val="1200"/>
              </a:spcAft>
              <a:buClr>
                <a:srgbClr val="DB5D00"/>
              </a:buClr>
              <a:buFont typeface="Calibri" panose="020F0502020204030204" pitchFamily="34" charset="0"/>
              <a:buChar char="•"/>
            </a:pPr>
            <a:endParaRPr lang="en-US" sz="26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endParaRPr>
          </a:p>
          <a:p>
            <a:pPr marL="344488" marR="0" lvl="0" indent="-344488" fontAlgn="base">
              <a:lnSpc>
                <a:spcPct val="120000"/>
              </a:lnSpc>
              <a:spcBef>
                <a:spcPts val="0"/>
              </a:spcBef>
              <a:spcAft>
                <a:spcPts val="1200"/>
              </a:spcAft>
              <a:buClr>
                <a:srgbClr val="DB5D00"/>
              </a:buClr>
              <a:buFont typeface="Calibri" panose="020F0502020204030204" pitchFamily="34" charset="0"/>
              <a:buChar char="•"/>
            </a:pPr>
            <a:r>
              <a:rPr lang="en-US" sz="26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Personally accepting gifts or payment for access to Chapter members</a:t>
            </a:r>
          </a:p>
          <a:p>
            <a:pPr marL="344488" marR="0" lvl="0" indent="-344488" fontAlgn="base">
              <a:lnSpc>
                <a:spcPct val="120000"/>
              </a:lnSpc>
              <a:spcBef>
                <a:spcPts val="0"/>
              </a:spcBef>
              <a:spcAft>
                <a:spcPts val="1200"/>
              </a:spcAft>
              <a:buClr>
                <a:srgbClr val="DB5D00"/>
              </a:buClr>
              <a:buFont typeface="Calibri" panose="020F0502020204030204" pitchFamily="34" charset="0"/>
              <a:buChar char="•"/>
            </a:pPr>
            <a:endParaRPr lang="en-US" sz="26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endParaRPr>
          </a:p>
          <a:p>
            <a:pPr marL="344488" marR="0" lvl="0" indent="-344488" fontAlgn="base">
              <a:lnSpc>
                <a:spcPct val="120000"/>
              </a:lnSpc>
              <a:spcBef>
                <a:spcPts val="0"/>
              </a:spcBef>
              <a:spcAft>
                <a:spcPts val="1200"/>
              </a:spcAft>
              <a:buClr>
                <a:srgbClr val="DB5D00"/>
              </a:buClr>
              <a:buFont typeface="Calibri" panose="020F0502020204030204" pitchFamily="34" charset="0"/>
              <a:buChar char="•"/>
            </a:pPr>
            <a:r>
              <a:rPr lang="en-US" sz="2600" u="none" strike="noStrike" dirty="0">
                <a:solidFill>
                  <a:srgbClr val="262626"/>
                </a:solidFill>
                <a:effectLst/>
                <a:latin typeface="IBM Plex Sans" panose="020B0503050203000203" pitchFamily="34" charset="0"/>
                <a:ea typeface="Times New Roman" panose="02020603050405020304" pitchFamily="18" charset="0"/>
                <a:cs typeface="Times New Roman" panose="02020603050405020304" pitchFamily="18" charset="0"/>
              </a:rPr>
              <a:t>Using Chapter resources (e.g. Member lists) for personal or professional gain</a:t>
            </a:r>
          </a:p>
          <a:p>
            <a:endParaRPr lang="en-US" dirty="0">
              <a:latin typeface="+mj-lt"/>
            </a:endParaRPr>
          </a:p>
        </p:txBody>
      </p:sp>
      <p:sp>
        <p:nvSpPr>
          <p:cNvPr id="3" name="Title 2">
            <a:extLst>
              <a:ext uri="{FF2B5EF4-FFF2-40B4-BE49-F238E27FC236}">
                <a16:creationId xmlns:a16="http://schemas.microsoft.com/office/drawing/2014/main" id="{72DA3AD1-DAEE-43BF-B34A-CA6870E8AD7C}"/>
              </a:ext>
            </a:extLst>
          </p:cNvPr>
          <p:cNvSpPr>
            <a:spLocks noGrp="1"/>
          </p:cNvSpPr>
          <p:nvPr>
            <p:ph type="title"/>
          </p:nvPr>
        </p:nvSpPr>
        <p:spPr/>
        <p:txBody>
          <a:bodyPr/>
          <a:lstStyle/>
          <a:p>
            <a:r>
              <a:rPr lang="en-US" dirty="0"/>
              <a:t>Examples of Conflict of Interest</a:t>
            </a:r>
          </a:p>
        </p:txBody>
      </p:sp>
    </p:spTree>
    <p:extLst>
      <p:ext uri="{BB962C8B-B14F-4D97-AF65-F5344CB8AC3E}">
        <p14:creationId xmlns:p14="http://schemas.microsoft.com/office/powerpoint/2010/main" val="2827068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F53234-02BD-4A9B-BCFC-3DA193A24D7A}"/>
              </a:ext>
            </a:extLst>
          </p:cNvPr>
          <p:cNvSpPr>
            <a:spLocks noGrp="1"/>
          </p:cNvSpPr>
          <p:nvPr>
            <p:ph type="body" idx="1"/>
          </p:nvPr>
        </p:nvSpPr>
        <p:spPr>
          <a:xfrm>
            <a:off x="4226767" y="393002"/>
            <a:ext cx="7798656" cy="5082765"/>
          </a:xfrm>
        </p:spPr>
        <p:txBody>
          <a:bodyPr>
            <a:normAutofit/>
          </a:bodyPr>
          <a:lstStyle/>
          <a:p>
            <a:pPr marR="0" lvl="0" fontAlgn="base">
              <a:lnSpc>
                <a:spcPct val="120000"/>
              </a:lnSpc>
              <a:spcBef>
                <a:spcPts val="0"/>
              </a:spcBef>
              <a:spcAft>
                <a:spcPts val="1200"/>
              </a:spcAft>
              <a:buClr>
                <a:srgbClr val="DB5D00"/>
              </a:buClr>
            </a:pPr>
            <a:r>
              <a:rPr lang="en-US" sz="2800" dirty="0">
                <a:latin typeface="+mj-lt"/>
              </a:rPr>
              <a:t>Former Head of Ohio State Retirement System Fined</a:t>
            </a:r>
          </a:p>
          <a:p>
            <a:pPr>
              <a:lnSpc>
                <a:spcPct val="100000"/>
              </a:lnSpc>
              <a:spcBef>
                <a:spcPts val="0"/>
              </a:spcBef>
            </a:pPr>
            <a:endParaRPr lang="en-US" sz="1800" b="1" dirty="0">
              <a:latin typeface="+mn-lt"/>
            </a:endParaRPr>
          </a:p>
          <a:p>
            <a:pPr marL="282575" indent="-282575">
              <a:lnSpc>
                <a:spcPct val="100000"/>
              </a:lnSpc>
              <a:spcBef>
                <a:spcPts val="0"/>
              </a:spcBef>
              <a:spcAft>
                <a:spcPts val="1800"/>
              </a:spcAft>
              <a:buClr>
                <a:schemeClr val="accent1"/>
              </a:buClr>
              <a:buFont typeface="Arial" panose="020B0604020202020204" pitchFamily="34" charset="0"/>
              <a:buChar char="•"/>
            </a:pPr>
            <a:r>
              <a:rPr lang="en-US" sz="2200" dirty="0">
                <a:solidFill>
                  <a:schemeClr val="tx2"/>
                </a:solidFill>
                <a:latin typeface="IBM Plex Sans" panose="020B0503050203000203" pitchFamily="34" charset="0"/>
              </a:rPr>
              <a:t>Hired his brother to perform $150,000 of computer work.</a:t>
            </a:r>
          </a:p>
          <a:p>
            <a:pPr marL="282575" indent="-282575">
              <a:lnSpc>
                <a:spcPct val="100000"/>
              </a:lnSpc>
              <a:spcBef>
                <a:spcPts val="0"/>
              </a:spcBef>
              <a:spcAft>
                <a:spcPts val="1200"/>
              </a:spcAft>
              <a:buClr>
                <a:schemeClr val="accent1"/>
              </a:buClr>
              <a:buFont typeface="Arial" panose="020B0604020202020204" pitchFamily="34" charset="0"/>
              <a:buChar char="•"/>
            </a:pPr>
            <a:r>
              <a:rPr lang="en-US" sz="2200" dirty="0">
                <a:solidFill>
                  <a:schemeClr val="tx2"/>
                </a:solidFill>
                <a:latin typeface="IBM Plex Sans" panose="020B0503050203000203" pitchFamily="34" charset="0"/>
              </a:rPr>
              <a:t>Misdemeanor (down from felony) charge and fined.</a:t>
            </a:r>
          </a:p>
          <a:p>
            <a:pPr marL="573088" lvl="1" indent="-293688">
              <a:lnSpc>
                <a:spcPct val="100000"/>
              </a:lnSpc>
              <a:spcBef>
                <a:spcPts val="0"/>
              </a:spcBef>
              <a:spcAft>
                <a:spcPts val="1800"/>
              </a:spcAft>
              <a:buClr>
                <a:schemeClr val="accent1"/>
              </a:buClr>
            </a:pPr>
            <a:r>
              <a:rPr lang="en-US" sz="1800" i="0" dirty="0">
                <a:solidFill>
                  <a:schemeClr val="tx2"/>
                </a:solidFill>
                <a:latin typeface="IBM Plex Sans" panose="020B0503050203000203" pitchFamily="34" charset="0"/>
              </a:rPr>
              <a:t>Even though it was agreed that his brother “was providing better service at a low rate, so there was no harm done.”</a:t>
            </a:r>
          </a:p>
          <a:p>
            <a:pPr marL="622300" lvl="1" indent="-342900">
              <a:lnSpc>
                <a:spcPct val="100000"/>
              </a:lnSpc>
              <a:spcBef>
                <a:spcPts val="0"/>
              </a:spcBef>
              <a:spcAft>
                <a:spcPts val="1800"/>
              </a:spcAft>
              <a:buClr>
                <a:schemeClr val="accent1"/>
              </a:buClr>
            </a:pPr>
            <a:endParaRPr lang="en-US" sz="1800" i="0" dirty="0">
              <a:solidFill>
                <a:schemeClr val="tx2"/>
              </a:solidFill>
              <a:latin typeface="IBM Plex Sans" panose="020B0503050203000203" pitchFamily="34" charset="0"/>
            </a:endParaRPr>
          </a:p>
          <a:p>
            <a:pPr marL="622300" lvl="1" indent="-342900">
              <a:lnSpc>
                <a:spcPct val="100000"/>
              </a:lnSpc>
              <a:spcBef>
                <a:spcPts val="0"/>
              </a:spcBef>
              <a:spcAft>
                <a:spcPts val="1800"/>
              </a:spcAft>
              <a:buClr>
                <a:schemeClr val="accent1"/>
              </a:buClr>
            </a:pPr>
            <a:endParaRPr lang="en-US" sz="1800" i="0" dirty="0">
              <a:solidFill>
                <a:schemeClr val="tx2"/>
              </a:solidFill>
              <a:latin typeface="IBM Plex Sans" panose="020B0503050203000203" pitchFamily="34" charset="0"/>
            </a:endParaRPr>
          </a:p>
          <a:p>
            <a:pPr marL="622300" lvl="1" indent="-342900">
              <a:lnSpc>
                <a:spcPct val="100000"/>
              </a:lnSpc>
              <a:spcBef>
                <a:spcPts val="0"/>
              </a:spcBef>
              <a:spcAft>
                <a:spcPts val="1800"/>
              </a:spcAft>
              <a:buClr>
                <a:schemeClr val="accent1"/>
              </a:buClr>
            </a:pPr>
            <a:endParaRPr lang="en-US" sz="1800" i="0" dirty="0">
              <a:solidFill>
                <a:schemeClr val="tx2"/>
              </a:solidFill>
              <a:latin typeface="IBM Plex Sans" panose="020B0503050203000203" pitchFamily="34" charset="0"/>
            </a:endParaRPr>
          </a:p>
          <a:p>
            <a:pPr marL="622300" lvl="1" indent="-342900">
              <a:lnSpc>
                <a:spcPct val="100000"/>
              </a:lnSpc>
              <a:spcBef>
                <a:spcPts val="0"/>
              </a:spcBef>
              <a:spcAft>
                <a:spcPts val="1800"/>
              </a:spcAft>
              <a:buClr>
                <a:schemeClr val="accent1"/>
              </a:buClr>
            </a:pPr>
            <a:endParaRPr lang="en-US" sz="1800" i="0" dirty="0">
              <a:solidFill>
                <a:schemeClr val="tx2"/>
              </a:solidFill>
              <a:latin typeface="IBM Plex Sans" panose="020B0503050203000203" pitchFamily="34" charset="0"/>
            </a:endParaRPr>
          </a:p>
          <a:p>
            <a:pPr marL="622300" lvl="1" indent="-342900">
              <a:lnSpc>
                <a:spcPct val="100000"/>
              </a:lnSpc>
              <a:spcBef>
                <a:spcPts val="0"/>
              </a:spcBef>
              <a:spcAft>
                <a:spcPts val="1800"/>
              </a:spcAft>
              <a:buClr>
                <a:schemeClr val="accent1"/>
              </a:buClr>
            </a:pPr>
            <a:endParaRPr lang="en-US" sz="1800" i="0" dirty="0">
              <a:solidFill>
                <a:schemeClr val="tx2"/>
              </a:solidFill>
              <a:latin typeface="IBM Plex Sans" panose="020B0503050203000203" pitchFamily="34" charset="0"/>
            </a:endParaRPr>
          </a:p>
        </p:txBody>
      </p:sp>
      <p:sp>
        <p:nvSpPr>
          <p:cNvPr id="3" name="Title 2">
            <a:extLst>
              <a:ext uri="{FF2B5EF4-FFF2-40B4-BE49-F238E27FC236}">
                <a16:creationId xmlns:a16="http://schemas.microsoft.com/office/drawing/2014/main" id="{72DA3AD1-DAEE-43BF-B34A-CA6870E8AD7C}"/>
              </a:ext>
            </a:extLst>
          </p:cNvPr>
          <p:cNvSpPr>
            <a:spLocks noGrp="1"/>
          </p:cNvSpPr>
          <p:nvPr>
            <p:ph type="title"/>
          </p:nvPr>
        </p:nvSpPr>
        <p:spPr/>
        <p:txBody>
          <a:bodyPr/>
          <a:lstStyle/>
          <a:p>
            <a:r>
              <a:rPr lang="en-US" dirty="0"/>
              <a:t>Case of Conflict of Interest</a:t>
            </a:r>
          </a:p>
        </p:txBody>
      </p:sp>
      <p:pic>
        <p:nvPicPr>
          <p:cNvPr id="2050" name="Picture 2" descr="The How and Why of Levying Fines - Canadian Condominium Institute - North  Alberta Chapter">
            <a:extLst>
              <a:ext uri="{FF2B5EF4-FFF2-40B4-BE49-F238E27FC236}">
                <a16:creationId xmlns:a16="http://schemas.microsoft.com/office/drawing/2014/main" id="{210F5129-C426-46A2-8CBE-5D01B56317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9188" y="3421333"/>
            <a:ext cx="3129960" cy="15649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DA665E8-E354-484B-977C-15545362FD4A}"/>
              </a:ext>
            </a:extLst>
          </p:cNvPr>
          <p:cNvSpPr txBox="1"/>
          <p:nvPr/>
        </p:nvSpPr>
        <p:spPr>
          <a:xfrm>
            <a:off x="4074840" y="5474273"/>
            <a:ext cx="7798656" cy="492443"/>
          </a:xfrm>
          <a:prstGeom prst="rect">
            <a:avLst/>
          </a:prstGeom>
          <a:noFill/>
        </p:spPr>
        <p:txBody>
          <a:bodyPr wrap="square" rtlCol="0">
            <a:spAutoFit/>
          </a:bodyPr>
          <a:lstStyle/>
          <a:p>
            <a:pPr marL="287338" lvl="1">
              <a:spcAft>
                <a:spcPts val="1800"/>
              </a:spcAft>
              <a:buClr>
                <a:schemeClr val="accent1"/>
              </a:buClr>
            </a:pPr>
            <a:r>
              <a:rPr lang="en-US" sz="1400" b="1" i="0" dirty="0">
                <a:solidFill>
                  <a:schemeClr val="tx2"/>
                </a:solidFill>
                <a:latin typeface="IBM Plex Sans" panose="020B0503050203000203" pitchFamily="34" charset="0"/>
              </a:rPr>
              <a:t>Link to PDF of article content:  </a:t>
            </a:r>
            <a:r>
              <a:rPr lang="en-US" sz="1200" i="0" dirty="0">
                <a:solidFill>
                  <a:schemeClr val="tx2"/>
                </a:solidFill>
                <a:latin typeface="IBM Plex Sans" panose="020B0503050203000203" pitchFamily="34" charset="0"/>
                <a:hlinkClick r:id="rId4"/>
              </a:rPr>
              <a:t>https://drive.google.com/file/d/1EaLJmwxQ089nC2MS1A2JmNTYGs9OCIP2/view?usp=sharing</a:t>
            </a:r>
            <a:r>
              <a:rPr lang="en-US" sz="1200" i="0" dirty="0">
                <a:solidFill>
                  <a:schemeClr val="tx2"/>
                </a:solidFill>
                <a:latin typeface="IBM Plex Sans" panose="020B0503050203000203" pitchFamily="34" charset="0"/>
              </a:rPr>
              <a:t>  </a:t>
            </a:r>
          </a:p>
        </p:txBody>
      </p:sp>
    </p:spTree>
    <p:extLst>
      <p:ext uri="{BB962C8B-B14F-4D97-AF65-F5344CB8AC3E}">
        <p14:creationId xmlns:p14="http://schemas.microsoft.com/office/powerpoint/2010/main" val="377541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ransparency Honesty Disclosure Trust Checklist Stock Footage Video (100%  Royalty-free) 24036754 | Shutterstock">
            <a:extLst>
              <a:ext uri="{FF2B5EF4-FFF2-40B4-BE49-F238E27FC236}">
                <a16:creationId xmlns:a16="http://schemas.microsoft.com/office/drawing/2014/main" id="{9D8769B2-14A0-41B9-BBF8-0D773AD162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563" r="13372"/>
          <a:stretch/>
        </p:blipFill>
        <p:spPr bwMode="auto">
          <a:xfrm>
            <a:off x="3986775" y="1320226"/>
            <a:ext cx="3420573" cy="307070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D6EC863E-DCB8-418A-A713-A3C4CAEC374F}"/>
              </a:ext>
            </a:extLst>
          </p:cNvPr>
          <p:cNvSpPr>
            <a:spLocks noGrp="1"/>
          </p:cNvSpPr>
          <p:nvPr>
            <p:ph type="title"/>
          </p:nvPr>
        </p:nvSpPr>
        <p:spPr/>
        <p:txBody>
          <a:bodyPr/>
          <a:lstStyle/>
          <a:p>
            <a:r>
              <a:rPr lang="en-US"/>
              <a:t>What it means to you</a:t>
            </a:r>
            <a:endParaRPr lang="en-US" dirty="0"/>
          </a:p>
        </p:txBody>
      </p:sp>
      <p:sp>
        <p:nvSpPr>
          <p:cNvPr id="5" name="Content Placeholder 3">
            <a:extLst>
              <a:ext uri="{FF2B5EF4-FFF2-40B4-BE49-F238E27FC236}">
                <a16:creationId xmlns:a16="http://schemas.microsoft.com/office/drawing/2014/main" id="{0C8FCEF4-7F82-4F03-AD95-799F6BF43436}"/>
              </a:ext>
            </a:extLst>
          </p:cNvPr>
          <p:cNvSpPr>
            <a:spLocks noGrp="1"/>
          </p:cNvSpPr>
          <p:nvPr>
            <p:ph sz="quarter" idx="13"/>
          </p:nvPr>
        </p:nvSpPr>
        <p:spPr>
          <a:xfrm>
            <a:off x="7729870" y="767333"/>
            <a:ext cx="4051003" cy="5865283"/>
          </a:xfrm>
        </p:spPr>
        <p:txBody>
          <a:bodyPr>
            <a:normAutofit/>
          </a:bodyPr>
          <a:lstStyle/>
          <a:p>
            <a:pPr marL="342900" indent="-342900">
              <a:spcAft>
                <a:spcPts val="1800"/>
              </a:spcAft>
              <a:buClr>
                <a:schemeClr val="accent1"/>
              </a:buClr>
              <a:buSzPct val="100000"/>
              <a:buFont typeface="Arial" panose="020B0604020202020204" pitchFamily="34" charset="0"/>
              <a:buChar char="•"/>
            </a:pPr>
            <a:r>
              <a:rPr lang="en-US" sz="2400" dirty="0">
                <a:latin typeface="IBM Plex Sans" panose="020B0503050203000203" pitchFamily="34" charset="0"/>
              </a:rPr>
              <a:t>You are responsible to ensure that there is no sense of impropriety</a:t>
            </a:r>
          </a:p>
          <a:p>
            <a:pPr marL="342900" indent="-342900">
              <a:spcAft>
                <a:spcPts val="1800"/>
              </a:spcAft>
              <a:buClr>
                <a:schemeClr val="accent1"/>
              </a:buClr>
              <a:buSzPct val="100000"/>
              <a:buFont typeface="Arial" panose="020B0604020202020204" pitchFamily="34" charset="0"/>
              <a:buChar char="•"/>
            </a:pPr>
            <a:r>
              <a:rPr lang="en-US" sz="2400" dirty="0">
                <a:latin typeface="IBM Plex Sans" panose="020B0503050203000203" pitchFamily="34" charset="0"/>
              </a:rPr>
              <a:t>You must act with full disclosure and transparency</a:t>
            </a:r>
          </a:p>
          <a:p>
            <a:pPr marL="342900" indent="-342900">
              <a:spcAft>
                <a:spcPts val="1800"/>
              </a:spcAft>
              <a:buClr>
                <a:schemeClr val="accent1"/>
              </a:buClr>
              <a:buSzPct val="100000"/>
              <a:buFont typeface="Arial" panose="020B0604020202020204" pitchFamily="34" charset="0"/>
              <a:buChar char="•"/>
            </a:pPr>
            <a:r>
              <a:rPr lang="en-US" sz="2400" dirty="0">
                <a:latin typeface="IBM Plex Sans" panose="020B0503050203000203" pitchFamily="34" charset="0"/>
              </a:rPr>
              <a:t>You must not put yourself or the Chapter in the position where a conflict of interest is perceived</a:t>
            </a:r>
          </a:p>
          <a:p>
            <a:pPr>
              <a:spcAft>
                <a:spcPts val="1200"/>
              </a:spcAft>
            </a:pPr>
            <a:endParaRPr lang="en-US" dirty="0"/>
          </a:p>
        </p:txBody>
      </p:sp>
    </p:spTree>
    <p:extLst>
      <p:ext uri="{BB962C8B-B14F-4D97-AF65-F5344CB8AC3E}">
        <p14:creationId xmlns:p14="http://schemas.microsoft.com/office/powerpoint/2010/main" val="3116003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6CF879-F6ED-4D9C-82FA-EB28CA17E562}"/>
              </a:ext>
            </a:extLst>
          </p:cNvPr>
          <p:cNvSpPr>
            <a:spLocks noGrp="1"/>
          </p:cNvSpPr>
          <p:nvPr>
            <p:ph type="title"/>
          </p:nvPr>
        </p:nvSpPr>
        <p:spPr/>
        <p:txBody>
          <a:bodyPr/>
          <a:lstStyle/>
          <a:p>
            <a:r>
              <a:rPr lang="en-US" dirty="0"/>
              <a:t>Questions to ask</a:t>
            </a:r>
          </a:p>
        </p:txBody>
      </p:sp>
      <p:sp>
        <p:nvSpPr>
          <p:cNvPr id="6" name="Text Placeholder 1">
            <a:extLst>
              <a:ext uri="{FF2B5EF4-FFF2-40B4-BE49-F238E27FC236}">
                <a16:creationId xmlns:a16="http://schemas.microsoft.com/office/drawing/2014/main" id="{AC27EB75-8D60-4DFA-9C50-45D2E9AD942F}"/>
              </a:ext>
            </a:extLst>
          </p:cNvPr>
          <p:cNvSpPr>
            <a:spLocks noGrp="1"/>
          </p:cNvSpPr>
          <p:nvPr>
            <p:ph type="body" idx="1"/>
          </p:nvPr>
        </p:nvSpPr>
        <p:spPr>
          <a:xfrm>
            <a:off x="4226767" y="767332"/>
            <a:ext cx="7657322" cy="5527142"/>
          </a:xfrm>
        </p:spPr>
        <p:txBody>
          <a:bodyPr>
            <a:normAutofit/>
          </a:bodyPr>
          <a:lstStyle/>
          <a:p>
            <a:pPr marL="342900" indent="-342900">
              <a:spcAft>
                <a:spcPts val="1800"/>
              </a:spcAft>
              <a:buClr>
                <a:schemeClr val="accent1"/>
              </a:buClr>
              <a:buFont typeface="Arial" panose="020B0604020202020204" pitchFamily="34" charset="0"/>
              <a:buChar char="•"/>
            </a:pPr>
            <a:r>
              <a:rPr lang="en-US" sz="2000" dirty="0">
                <a:solidFill>
                  <a:schemeClr val="tx2"/>
                </a:solidFill>
                <a:latin typeface="IBM Plex Sans" panose="020B0503050203000203" pitchFamily="34" charset="0"/>
              </a:rPr>
              <a:t>Is there a way that I could benefit from this decision?</a:t>
            </a:r>
          </a:p>
          <a:p>
            <a:pPr marL="342900" indent="-342900">
              <a:spcAft>
                <a:spcPts val="1800"/>
              </a:spcAft>
              <a:buClr>
                <a:schemeClr val="accent1"/>
              </a:buClr>
              <a:buFont typeface="Arial" panose="020B0604020202020204" pitchFamily="34" charset="0"/>
              <a:buChar char="•"/>
            </a:pPr>
            <a:r>
              <a:rPr lang="en-US" sz="2000" dirty="0">
                <a:solidFill>
                  <a:schemeClr val="tx2"/>
                </a:solidFill>
                <a:latin typeface="IBM Plex Sans" panose="020B0503050203000203" pitchFamily="34" charset="0"/>
              </a:rPr>
              <a:t>Could someone that I have a close relationship with benefit?</a:t>
            </a:r>
          </a:p>
          <a:p>
            <a:pPr marL="342900" indent="-342900">
              <a:spcAft>
                <a:spcPts val="1800"/>
              </a:spcAft>
              <a:buClr>
                <a:schemeClr val="accent1"/>
              </a:buClr>
              <a:buFont typeface="Arial" panose="020B0604020202020204" pitchFamily="34" charset="0"/>
              <a:buChar char="•"/>
            </a:pPr>
            <a:r>
              <a:rPr lang="en-US" sz="2000" dirty="0">
                <a:solidFill>
                  <a:schemeClr val="tx2"/>
                </a:solidFill>
                <a:latin typeface="IBM Plex Sans" panose="020B0503050203000203" pitchFamily="34" charset="0"/>
              </a:rPr>
              <a:t>Am I in a position to influence in any way?</a:t>
            </a:r>
          </a:p>
          <a:p>
            <a:pPr marL="342900" indent="-342900">
              <a:spcAft>
                <a:spcPts val="1800"/>
              </a:spcAft>
              <a:buClr>
                <a:schemeClr val="accent1"/>
              </a:buClr>
              <a:buFont typeface="Arial" panose="020B0604020202020204" pitchFamily="34" charset="0"/>
              <a:buChar char="•"/>
            </a:pPr>
            <a:r>
              <a:rPr lang="en-US" sz="2000" dirty="0">
                <a:solidFill>
                  <a:schemeClr val="tx2"/>
                </a:solidFill>
                <a:latin typeface="IBM Plex Sans" panose="020B0503050203000203" pitchFamily="34" charset="0"/>
              </a:rPr>
              <a:t>If I was an outsider looking at this situation would I think that there was something dodgy about it?</a:t>
            </a:r>
          </a:p>
          <a:p>
            <a:endParaRPr lang="en-US" dirty="0">
              <a:latin typeface="+mj-lt"/>
            </a:endParaRPr>
          </a:p>
        </p:txBody>
      </p:sp>
      <p:pic>
        <p:nvPicPr>
          <p:cNvPr id="10" name="Picture 2" descr="get to know questions">
            <a:extLst>
              <a:ext uri="{FF2B5EF4-FFF2-40B4-BE49-F238E27FC236}">
                <a16:creationId xmlns:a16="http://schemas.microsoft.com/office/drawing/2014/main" id="{88171689-5D75-48B8-BB57-F743E23C38A3}"/>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4519096" y="3157989"/>
            <a:ext cx="5126709" cy="3700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6360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27163-EE47-4C60-8758-34EB19039821}"/>
              </a:ext>
            </a:extLst>
          </p:cNvPr>
          <p:cNvSpPr>
            <a:spLocks noGrp="1"/>
          </p:cNvSpPr>
          <p:nvPr>
            <p:ph type="ctrTitle"/>
          </p:nvPr>
        </p:nvSpPr>
        <p:spPr/>
        <p:txBody>
          <a:bodyPr/>
          <a:lstStyle/>
          <a:p>
            <a:r>
              <a:rPr lang="en-US" dirty="0"/>
              <a:t>What to Do as an Individual</a:t>
            </a:r>
          </a:p>
        </p:txBody>
      </p:sp>
      <p:sp>
        <p:nvSpPr>
          <p:cNvPr id="3" name="Content Placeholder 2">
            <a:extLst>
              <a:ext uri="{FF2B5EF4-FFF2-40B4-BE49-F238E27FC236}">
                <a16:creationId xmlns:a16="http://schemas.microsoft.com/office/drawing/2014/main" id="{05907666-B236-4F06-A55F-177E0936173C}"/>
              </a:ext>
            </a:extLst>
          </p:cNvPr>
          <p:cNvSpPr>
            <a:spLocks noGrp="1"/>
          </p:cNvSpPr>
          <p:nvPr>
            <p:ph sz="quarter" idx="10"/>
          </p:nvPr>
        </p:nvSpPr>
        <p:spPr>
          <a:xfrm>
            <a:off x="520701" y="1786270"/>
            <a:ext cx="8509000" cy="4353144"/>
          </a:xfrm>
        </p:spPr>
        <p:txBody>
          <a:bodyPr/>
          <a:lstStyle/>
          <a:p>
            <a:pPr marL="355600" indent="-355600">
              <a:lnSpc>
                <a:spcPct val="100000"/>
              </a:lnSpc>
              <a:spcBef>
                <a:spcPts val="0"/>
              </a:spcBef>
              <a:spcAft>
                <a:spcPts val="1800"/>
              </a:spcAft>
              <a:buSzPct val="100000"/>
              <a:buFont typeface="Arial" panose="020B0604020202020204" pitchFamily="34" charset="0"/>
              <a:buChar char="•"/>
            </a:pPr>
            <a:r>
              <a:rPr lang="en-US" sz="2400" dirty="0"/>
              <a:t>Be aware that a perceived conflict of interest is a conflict of interest issue</a:t>
            </a:r>
          </a:p>
          <a:p>
            <a:pPr marL="355600" indent="-355600">
              <a:lnSpc>
                <a:spcPct val="100000"/>
              </a:lnSpc>
              <a:spcBef>
                <a:spcPts val="0"/>
              </a:spcBef>
              <a:spcAft>
                <a:spcPts val="1800"/>
              </a:spcAft>
              <a:buSzPct val="100000"/>
              <a:buFont typeface="Arial" panose="020B0604020202020204" pitchFamily="34" charset="0"/>
              <a:buChar char="•"/>
            </a:pPr>
            <a:r>
              <a:rPr lang="en-US" sz="2400" dirty="0"/>
              <a:t>Disclose a potential conflict immediately!</a:t>
            </a:r>
          </a:p>
          <a:p>
            <a:pPr marL="355600" indent="-355600">
              <a:lnSpc>
                <a:spcPct val="100000"/>
              </a:lnSpc>
              <a:spcBef>
                <a:spcPts val="0"/>
              </a:spcBef>
              <a:spcAft>
                <a:spcPts val="1800"/>
              </a:spcAft>
              <a:buSzPct val="100000"/>
              <a:buFont typeface="Arial" panose="020B0604020202020204" pitchFamily="34" charset="0"/>
              <a:buChar char="•"/>
            </a:pPr>
            <a:r>
              <a:rPr lang="en-US" sz="2400" dirty="0"/>
              <a:t>Recuse yourself from any decision where you or others close to you might benefit</a:t>
            </a:r>
          </a:p>
          <a:p>
            <a:pPr marL="355600" indent="-355600">
              <a:lnSpc>
                <a:spcPct val="100000"/>
              </a:lnSpc>
              <a:spcBef>
                <a:spcPts val="0"/>
              </a:spcBef>
              <a:spcAft>
                <a:spcPts val="1800"/>
              </a:spcAft>
              <a:buSzPct val="100000"/>
              <a:buFont typeface="Arial" panose="020B0604020202020204" pitchFamily="34" charset="0"/>
              <a:buChar char="•"/>
            </a:pPr>
            <a:r>
              <a:rPr lang="en-US" sz="2400" dirty="0"/>
              <a:t>Document everything</a:t>
            </a:r>
          </a:p>
          <a:p>
            <a:pPr marL="355600" lvl="1" indent="-355600">
              <a:lnSpc>
                <a:spcPct val="100000"/>
              </a:lnSpc>
              <a:spcBef>
                <a:spcPts val="0"/>
              </a:spcBef>
              <a:spcAft>
                <a:spcPts val="1800"/>
              </a:spcAft>
              <a:buSzPct val="100000"/>
            </a:pPr>
            <a:r>
              <a:rPr lang="en-US" sz="2400" dirty="0"/>
              <a:t>When in doubt,</a:t>
            </a:r>
            <a:r>
              <a:rPr lang="en-US" sz="2400" dirty="0">
                <a:solidFill>
                  <a:srgbClr val="FF0000"/>
                </a:solidFill>
              </a:rPr>
              <a:t> </a:t>
            </a:r>
            <a:r>
              <a:rPr lang="en-US" sz="2400" b="1" dirty="0">
                <a:solidFill>
                  <a:srgbClr val="DB5D00"/>
                </a:solidFill>
              </a:rPr>
              <a:t>ERR ON THE SIDE OF CAUTION!</a:t>
            </a:r>
          </a:p>
        </p:txBody>
      </p:sp>
      <p:pic>
        <p:nvPicPr>
          <p:cNvPr id="5" name="Picture 2" descr="http://forgotston.com/wp-content/uploads/2009/04/conflict-of-interest.jpg">
            <a:extLst>
              <a:ext uri="{FF2B5EF4-FFF2-40B4-BE49-F238E27FC236}">
                <a16:creationId xmlns:a16="http://schemas.microsoft.com/office/drawing/2014/main" id="{16736682-D205-4EC9-988B-5FBF5AAF576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5868"/>
          <a:stretch/>
        </p:blipFill>
        <p:spPr bwMode="auto">
          <a:xfrm>
            <a:off x="9087836" y="1786270"/>
            <a:ext cx="2583463" cy="3633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328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57346-D05D-4BA7-A1BB-3A13ADE4E691}"/>
              </a:ext>
            </a:extLst>
          </p:cNvPr>
          <p:cNvSpPr>
            <a:spLocks noGrp="1"/>
          </p:cNvSpPr>
          <p:nvPr>
            <p:ph type="ctrTitle"/>
          </p:nvPr>
        </p:nvSpPr>
        <p:spPr/>
        <p:txBody>
          <a:bodyPr/>
          <a:lstStyle/>
          <a:p>
            <a:r>
              <a:rPr lang="en-US" dirty="0"/>
              <a:t>What to Do as a Board</a:t>
            </a:r>
          </a:p>
        </p:txBody>
      </p:sp>
      <p:sp>
        <p:nvSpPr>
          <p:cNvPr id="3" name="Content Placeholder 2">
            <a:extLst>
              <a:ext uri="{FF2B5EF4-FFF2-40B4-BE49-F238E27FC236}">
                <a16:creationId xmlns:a16="http://schemas.microsoft.com/office/drawing/2014/main" id="{EE44DAFB-FBAA-4F8E-BB3A-EAC6E9709B57}"/>
              </a:ext>
            </a:extLst>
          </p:cNvPr>
          <p:cNvSpPr>
            <a:spLocks noGrp="1"/>
          </p:cNvSpPr>
          <p:nvPr>
            <p:ph sz="quarter" idx="10"/>
          </p:nvPr>
        </p:nvSpPr>
        <p:spPr>
          <a:xfrm>
            <a:off x="627321" y="1597887"/>
            <a:ext cx="11047227" cy="4541527"/>
          </a:xfrm>
        </p:spPr>
        <p:txBody>
          <a:bodyPr>
            <a:normAutofit/>
          </a:bodyPr>
          <a:lstStyle/>
          <a:p>
            <a:pPr marL="342900" indent="-342900">
              <a:lnSpc>
                <a:spcPct val="100000"/>
              </a:lnSpc>
              <a:spcBef>
                <a:spcPts val="0"/>
              </a:spcBef>
              <a:spcAft>
                <a:spcPts val="1800"/>
              </a:spcAft>
              <a:buClr>
                <a:schemeClr val="accent1"/>
              </a:buClr>
              <a:buFont typeface="Arial" panose="020B0604020202020204" pitchFamily="34" charset="0"/>
              <a:buChar char="•"/>
            </a:pPr>
            <a:r>
              <a:rPr lang="en-AU" sz="2200" dirty="0">
                <a:solidFill>
                  <a:schemeClr val="accent2"/>
                </a:solidFill>
              </a:rPr>
              <a:t>Discuss potential conflicts of interest and document everything in the minutes</a:t>
            </a:r>
          </a:p>
          <a:p>
            <a:pPr marL="342900" indent="-342900">
              <a:lnSpc>
                <a:spcPct val="100000"/>
              </a:lnSpc>
              <a:spcBef>
                <a:spcPts val="0"/>
              </a:spcBef>
              <a:spcAft>
                <a:spcPts val="1800"/>
              </a:spcAft>
              <a:buClr>
                <a:schemeClr val="accent1"/>
              </a:buClr>
              <a:buFont typeface="Arial" panose="020B0604020202020204" pitchFamily="34" charset="0"/>
              <a:buChar char="•"/>
            </a:pPr>
            <a:r>
              <a:rPr lang="en-AU" sz="2200" dirty="0">
                <a:solidFill>
                  <a:schemeClr val="accent2"/>
                </a:solidFill>
              </a:rPr>
              <a:t>The person with the potential conflict should abstain from any discussion of the matter unless they are representing ONLY the viewpoint of their portfolio</a:t>
            </a:r>
          </a:p>
          <a:p>
            <a:pPr marL="342900" indent="-342900">
              <a:lnSpc>
                <a:spcPct val="100000"/>
              </a:lnSpc>
              <a:spcBef>
                <a:spcPts val="0"/>
              </a:spcBef>
              <a:spcAft>
                <a:spcPts val="1800"/>
              </a:spcAft>
              <a:buClr>
                <a:schemeClr val="accent1"/>
              </a:buClr>
              <a:buFont typeface="Arial" panose="020B0604020202020204" pitchFamily="34" charset="0"/>
              <a:buChar char="•"/>
            </a:pPr>
            <a:r>
              <a:rPr lang="en-AU" sz="2200" dirty="0">
                <a:solidFill>
                  <a:schemeClr val="accent2"/>
                </a:solidFill>
              </a:rPr>
              <a:t>The person with the potential conflict should be removed or abstain from any voting</a:t>
            </a:r>
          </a:p>
          <a:p>
            <a:pPr marL="342900" indent="-342900">
              <a:lnSpc>
                <a:spcPct val="100000"/>
              </a:lnSpc>
              <a:spcBef>
                <a:spcPts val="0"/>
              </a:spcBef>
              <a:spcAft>
                <a:spcPts val="1800"/>
              </a:spcAft>
              <a:buClr>
                <a:schemeClr val="accent1"/>
              </a:buClr>
              <a:buFont typeface="Arial" panose="020B0604020202020204" pitchFamily="34" charset="0"/>
              <a:buChar char="•"/>
            </a:pPr>
            <a:r>
              <a:rPr lang="en-US" sz="2200" dirty="0">
                <a:solidFill>
                  <a:schemeClr val="accent2"/>
                </a:solidFill>
                <a:ea typeface="Times New Roman" panose="02020603050405020304" pitchFamily="18" charset="0"/>
                <a:cs typeface="Times New Roman" panose="02020603050405020304" pitchFamily="18" charset="0"/>
              </a:rPr>
              <a:t>Act </a:t>
            </a:r>
            <a:r>
              <a:rPr lang="en-US" sz="2200" u="none" strike="noStrike" dirty="0">
                <a:solidFill>
                  <a:schemeClr val="accent2"/>
                </a:solidFill>
                <a:effectLst/>
                <a:latin typeface="IBM Plex Sans" panose="020B0503050203000203" pitchFamily="34" charset="0"/>
                <a:ea typeface="Times New Roman" panose="02020603050405020304" pitchFamily="18" charset="0"/>
                <a:cs typeface="Times New Roman" panose="02020603050405020304" pitchFamily="18" charset="0"/>
              </a:rPr>
              <a:t>in accordance with the Chapter Affiliation Agreement where Board Members be held to the highest standards of ethical behavior; to act honestly, in good faith, in the best interests of IIBA; to act in accordance with all applicable laws, including common law and the Canada Not-For-Profit Corporations Act, and with the letters patent and bylaws of IIBA.</a:t>
            </a:r>
          </a:p>
          <a:p>
            <a:endParaRPr lang="en-US" dirty="0"/>
          </a:p>
        </p:txBody>
      </p:sp>
    </p:spTree>
    <p:extLst>
      <p:ext uri="{BB962C8B-B14F-4D97-AF65-F5344CB8AC3E}">
        <p14:creationId xmlns:p14="http://schemas.microsoft.com/office/powerpoint/2010/main" val="786119414"/>
      </p:ext>
    </p:extLst>
  </p:cSld>
  <p:clrMapOvr>
    <a:masterClrMapping/>
  </p:clrMapOvr>
</p:sld>
</file>

<file path=ppt/theme/theme1.xml><?xml version="1.0" encoding="utf-8"?>
<a:theme xmlns:a="http://schemas.openxmlformats.org/drawingml/2006/main" name="IIBA-theme-rev1b">
  <a:themeElements>
    <a:clrScheme name="IIBA2020">
      <a:dk1>
        <a:sysClr val="windowText" lastClr="000000"/>
      </a:dk1>
      <a:lt1>
        <a:sysClr val="window" lastClr="FFFFFF"/>
      </a:lt1>
      <a:dk2>
        <a:srgbClr val="40626A"/>
      </a:dk2>
      <a:lt2>
        <a:srgbClr val="D0D3D3"/>
      </a:lt2>
      <a:accent1>
        <a:srgbClr val="DB6018"/>
      </a:accent1>
      <a:accent2>
        <a:srgbClr val="00313C"/>
      </a:accent2>
      <a:accent3>
        <a:srgbClr val="00778B"/>
      </a:accent3>
      <a:accent4>
        <a:srgbClr val="CF4520"/>
      </a:accent4>
      <a:accent5>
        <a:srgbClr val="002554"/>
      </a:accent5>
      <a:accent6>
        <a:srgbClr val="009F4D"/>
      </a:accent6>
      <a:hlink>
        <a:srgbClr val="002554"/>
      </a:hlink>
      <a:folHlink>
        <a:srgbClr val="702082"/>
      </a:folHlink>
    </a:clrScheme>
    <a:fontScheme name="IIBA Font Stack">
      <a:majorFont>
        <a:latin typeface="Roboto Condensed"/>
        <a:ea typeface=""/>
        <a:cs typeface=""/>
      </a:majorFont>
      <a:minorFont>
        <a:latin typeface="IBM Plex Sans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IBA-theme-rev1b" id="{96C84B47-6D00-41F6-8A7B-780AEA281284}" vid="{720B6EEB-6232-4C32-ABE5-6F434700B7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80F07033F2F0242AAEA02DD99CD0FAD" ma:contentTypeVersion="13" ma:contentTypeDescription="Create a new document." ma:contentTypeScope="" ma:versionID="5bea044bd45d2904e2aba917f56bf036">
  <xsd:schema xmlns:xsd="http://www.w3.org/2001/XMLSchema" xmlns:xs="http://www.w3.org/2001/XMLSchema" xmlns:p="http://schemas.microsoft.com/office/2006/metadata/properties" xmlns:ns3="67904c21-00e6-435c-980a-8363e59c7936" xmlns:ns4="1a4ac76e-a011-4a97-930e-fb899efed029" targetNamespace="http://schemas.microsoft.com/office/2006/metadata/properties" ma:root="true" ma:fieldsID="03b297da30456c0e4aee9c8949943e9d" ns3:_="" ns4:_="">
    <xsd:import namespace="67904c21-00e6-435c-980a-8363e59c7936"/>
    <xsd:import namespace="1a4ac76e-a011-4a97-930e-fb899efed02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04c21-00e6-435c-980a-8363e59c7936"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a4ac76e-a011-4a97-930e-fb899efed02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A07C382-32AF-4242-A6CF-F760F9E3FE87}">
  <ds:schemaRefs>
    <ds:schemaRef ds:uri="http://purl.org/dc/dcmitype/"/>
    <ds:schemaRef ds:uri="http://schemas.openxmlformats.org/package/2006/metadata/core-properties"/>
    <ds:schemaRef ds:uri="67904c21-00e6-435c-980a-8363e59c7936"/>
    <ds:schemaRef ds:uri="http://purl.org/dc/elements/1.1/"/>
    <ds:schemaRef ds:uri="http://schemas.microsoft.com/office/2006/documentManagement/types"/>
    <ds:schemaRef ds:uri="http://purl.org/dc/terms/"/>
    <ds:schemaRef ds:uri="http://schemas.microsoft.com/office/infopath/2007/PartnerControls"/>
    <ds:schemaRef ds:uri="1a4ac76e-a011-4a97-930e-fb899efed029"/>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05797266-2D4F-4086-8266-681DFECE1B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04c21-00e6-435c-980a-8363e59c7936"/>
    <ds:schemaRef ds:uri="1a4ac76e-a011-4a97-930e-fb899efed0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34B4814-29E9-40F1-98CE-6F4F218DC2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133</TotalTime>
  <Words>1227</Words>
  <Application>Microsoft Office PowerPoint</Application>
  <PresentationFormat>Widescreen</PresentationFormat>
  <Paragraphs>106</Paragraphs>
  <Slides>12</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Georgia</vt:lpstr>
      <vt:lpstr>IBM Plex Sans</vt:lpstr>
      <vt:lpstr>IBM Plex Sans Medium</vt:lpstr>
      <vt:lpstr>Roboto Condensed</vt:lpstr>
      <vt:lpstr>IIBA-theme-rev1b</vt:lpstr>
      <vt:lpstr>PowerPoint Presentation</vt:lpstr>
      <vt:lpstr>Chapter Conflict of Interest</vt:lpstr>
      <vt:lpstr>What we’re going to discuss </vt:lpstr>
      <vt:lpstr>What is Conflict of Interest?</vt:lpstr>
      <vt:lpstr>Types of Conflict of Interest</vt:lpstr>
      <vt:lpstr>What’s the Harm?</vt:lpstr>
      <vt:lpstr>Examples of Conflict of Interest</vt:lpstr>
      <vt:lpstr>Case of Conflict of Interest</vt:lpstr>
      <vt:lpstr>What it means to you</vt:lpstr>
      <vt:lpstr>Questions to ask</vt:lpstr>
      <vt:lpstr>What to Do as an Individual</vt:lpstr>
      <vt:lpstr>What to Do as a Board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Jared Gorai</dc:creator>
  <cp:lastModifiedBy>Terri Lynn Rodrigues</cp:lastModifiedBy>
  <cp:revision>7</cp:revision>
  <dcterms:created xsi:type="dcterms:W3CDTF">2020-03-11T18:13:42Z</dcterms:created>
  <dcterms:modified xsi:type="dcterms:W3CDTF">2023-05-18T15:30:42Z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0x010100180F07033F2F0242AAEA02DD99CD0FAD</vt:lpwstr>
  </property>
</Properties>
</file>